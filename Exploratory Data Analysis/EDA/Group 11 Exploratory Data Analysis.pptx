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Kulim Park"/>
      <p:regular r:id="rId36"/>
      <p:bold r:id="rId37"/>
      <p:italic r:id="rId38"/>
      <p:boldItalic r:id="rId39"/>
    </p:embeddedFont>
    <p:embeddedFont>
      <p:font typeface="Manrope"/>
      <p:regular r:id="rId40"/>
      <p:bold r:id="rId41"/>
    </p:embeddedFont>
    <p:embeddedFont>
      <p:font typeface="PT Sans"/>
      <p:regular r:id="rId42"/>
      <p:bold r:id="rId43"/>
      <p:italic r:id="rId44"/>
      <p:boldItalic r:id="rId45"/>
    </p:embeddedFont>
    <p:embeddedFont>
      <p:font typeface="Kulim Park SemiBold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anrope-regular.fntdata"/><Relationship Id="rId42" Type="http://schemas.openxmlformats.org/officeDocument/2006/relationships/font" Target="fonts/PTSans-regular.fntdata"/><Relationship Id="rId41" Type="http://schemas.openxmlformats.org/officeDocument/2006/relationships/font" Target="fonts/Manrope-bold.fntdata"/><Relationship Id="rId44" Type="http://schemas.openxmlformats.org/officeDocument/2006/relationships/font" Target="fonts/PTSans-italic.fntdata"/><Relationship Id="rId43" Type="http://schemas.openxmlformats.org/officeDocument/2006/relationships/font" Target="fonts/PTSans-bold.fntdata"/><Relationship Id="rId46" Type="http://schemas.openxmlformats.org/officeDocument/2006/relationships/font" Target="fonts/KulimParkSemiBold-regular.fntdata"/><Relationship Id="rId45" Type="http://schemas.openxmlformats.org/officeDocument/2006/relationships/font" Target="fonts/PT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KulimParkSemiBold-italic.fntdata"/><Relationship Id="rId47" Type="http://schemas.openxmlformats.org/officeDocument/2006/relationships/font" Target="fonts/KulimParkSemiBold-bold.fntdata"/><Relationship Id="rId49" Type="http://schemas.openxmlformats.org/officeDocument/2006/relationships/font" Target="fonts/KulimPark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font" Target="fonts/KulimPark-bold.fntdata"/><Relationship Id="rId36" Type="http://schemas.openxmlformats.org/officeDocument/2006/relationships/font" Target="fonts/KulimPark-regular.fntdata"/><Relationship Id="rId39" Type="http://schemas.openxmlformats.org/officeDocument/2006/relationships/font" Target="fonts/KulimPark-boldItalic.fntdata"/><Relationship Id="rId38" Type="http://schemas.openxmlformats.org/officeDocument/2006/relationships/font" Target="fonts/KulimPark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80d353316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80d353316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8275c3c5a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8275c3c5a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84a939b8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84a939b8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848d72a12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848d72a12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84a939b86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84a939b86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80d353316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80d353316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84a939b86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84a939b86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874a43416a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874a43416a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874a43416a_7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874a43416a_7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80d3533168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80d353316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84856452d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84856452d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842df2f1d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3842df2f1d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84856452d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384856452d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8d2786a6a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38d2786a6a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848d72a12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3848d72a12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848d72a121_2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3848d72a121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848d72a121_2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848d72a121_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848d72a12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3848d72a12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847c38cd0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3847c38cd0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874a43416a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3874a43416a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84879d6f06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384879d6f06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847c38cd0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3847c38cd0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847c38cd0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3847c38cd0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847c38cd0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847c38cd0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847c38cd0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3847c38cd0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847c38cd0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3847c38cd0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847c38cd03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3847c38cd03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84a939b86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384a939b86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874a43416a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874a43416a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tBDfr" TargetMode="Externa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813319">
            <a:off x="-1616877" y="-342427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 flipH="1" rot="-649785">
            <a:off x="6475477" y="-738425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125387" y="2238100"/>
            <a:ext cx="7471673" cy="477180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8823147">
            <a:off x="-2265377" y="2808773"/>
            <a:ext cx="5990392" cy="5613180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6536238" y="-142500"/>
            <a:ext cx="4935815" cy="3769836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 rot="649785">
            <a:off x="716152" y="4401125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 rot="1244193">
            <a:off x="4086917" y="-777268"/>
            <a:ext cx="7826096" cy="287785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 rot="-9555807">
            <a:off x="-6119383" y="2297294"/>
            <a:ext cx="7826096" cy="287785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 txBox="1"/>
          <p:nvPr>
            <p:ph type="ctrTitle"/>
          </p:nvPr>
        </p:nvSpPr>
        <p:spPr>
          <a:xfrm>
            <a:off x="723150" y="1494200"/>
            <a:ext cx="7697700" cy="15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600">
                <a:latin typeface="Kulim Park SemiBold"/>
                <a:ea typeface="Kulim Park SemiBold"/>
                <a:cs typeface="Kulim Park SemiBold"/>
                <a:sym typeface="Kulim Park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962550" y="3100575"/>
            <a:ext cx="5218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 rot="-10285629">
            <a:off x="4140874" y="-2015123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 flipH="1">
            <a:off x="6818628" y="2586663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 flipH="1" rot="9748587">
            <a:off x="5601527" y="2021265"/>
            <a:ext cx="8200944" cy="301569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 flipH="1" rot="4102346">
            <a:off x="-2270967" y="3805847"/>
            <a:ext cx="9416338" cy="601377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 rot="813319">
            <a:off x="-3580677" y="-14257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 txBox="1"/>
          <p:nvPr>
            <p:ph type="title"/>
          </p:nvPr>
        </p:nvSpPr>
        <p:spPr>
          <a:xfrm>
            <a:off x="716550" y="1929275"/>
            <a:ext cx="7410900" cy="16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" name="Google Shape;26;p3"/>
          <p:cNvSpPr txBox="1"/>
          <p:nvPr>
            <p:ph hasCustomPrompt="1" idx="2" type="title"/>
          </p:nvPr>
        </p:nvSpPr>
        <p:spPr>
          <a:xfrm>
            <a:off x="723300" y="845239"/>
            <a:ext cx="14982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716550" y="3578850"/>
            <a:ext cx="74109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8" name="Google Shape;28;p3"/>
          <p:cNvSpPr/>
          <p:nvPr/>
        </p:nvSpPr>
        <p:spPr>
          <a:xfrm>
            <a:off x="3065327" y="-42009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 rot="813319">
            <a:off x="-704002" y="2342077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 rot="-5553048">
            <a:off x="-3421688" y="1600648"/>
            <a:ext cx="5990367" cy="5613156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rgbClr val="AC9078">
              <a:alpha val="72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 flipH="1" rot="-1460553">
            <a:off x="6702382" y="-661835"/>
            <a:ext cx="7471555" cy="4771732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 rot="3657786">
            <a:off x="7243056" y="893138"/>
            <a:ext cx="4558957" cy="1365879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 rot="3624623">
            <a:off x="5761668" y="608449"/>
            <a:ext cx="7826028" cy="2877832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720000" y="437700"/>
            <a:ext cx="77028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720000" y="1095450"/>
            <a:ext cx="77028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50">
                <a:latin typeface="Manrope"/>
                <a:ea typeface="Manrope"/>
                <a:cs typeface="Manrope"/>
                <a:sym typeface="Manrope"/>
              </a:defRPr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-4528356" y="1004988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 flipH="1" rot="-9405665">
            <a:off x="6846081" y="1281156"/>
            <a:ext cx="7310152" cy="6849835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 flipH="1" rot="1478505">
            <a:off x="3709533" y="-1000036"/>
            <a:ext cx="7826136" cy="2877871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 txBox="1"/>
          <p:nvPr>
            <p:ph type="title"/>
          </p:nvPr>
        </p:nvSpPr>
        <p:spPr>
          <a:xfrm flipH="1">
            <a:off x="720000" y="438912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2" type="title"/>
          </p:nvPr>
        </p:nvSpPr>
        <p:spPr>
          <a:xfrm>
            <a:off x="4789925" y="3371526"/>
            <a:ext cx="23253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4789950" y="3879601"/>
            <a:ext cx="23253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3" type="title"/>
          </p:nvPr>
        </p:nvSpPr>
        <p:spPr>
          <a:xfrm>
            <a:off x="2028750" y="3371526"/>
            <a:ext cx="23253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5" name="Google Shape;45;p5"/>
          <p:cNvSpPr txBox="1"/>
          <p:nvPr>
            <p:ph idx="4" type="subTitle"/>
          </p:nvPr>
        </p:nvSpPr>
        <p:spPr>
          <a:xfrm>
            <a:off x="2028775" y="3879601"/>
            <a:ext cx="23253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6" name="Google Shape;46;p5"/>
          <p:cNvSpPr/>
          <p:nvPr/>
        </p:nvSpPr>
        <p:spPr>
          <a:xfrm flipH="1" rot="9524149">
            <a:off x="-6659422" y="-2925302"/>
            <a:ext cx="9471569" cy="604904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 rot="-9555841">
            <a:off x="-6785773" y="1808506"/>
            <a:ext cx="8200942" cy="301569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 flipH="1" rot="3394465">
            <a:off x="3077084" y="34332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5867027" y="-12434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"/>
          <p:cNvSpPr/>
          <p:nvPr/>
        </p:nvSpPr>
        <p:spPr>
          <a:xfrm rot="3952094">
            <a:off x="4978836" y="-32116"/>
            <a:ext cx="7826127" cy="287786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"/>
          <p:cNvSpPr/>
          <p:nvPr/>
        </p:nvSpPr>
        <p:spPr>
          <a:xfrm flipH="1" rot="-649760">
            <a:off x="7075142" y="-713258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/>
          <p:nvPr/>
        </p:nvSpPr>
        <p:spPr>
          <a:xfrm rot="813319">
            <a:off x="-2477752" y="-30743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/>
          <p:nvPr/>
        </p:nvSpPr>
        <p:spPr>
          <a:xfrm rot="-10285603">
            <a:off x="-4701904" y="3752842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 rot="-7426355">
            <a:off x="-5557542" y="1132830"/>
            <a:ext cx="7826046" cy="287783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 txBox="1"/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/>
          <p:nvPr/>
        </p:nvSpPr>
        <p:spPr>
          <a:xfrm flipH="1" rot="3394465">
            <a:off x="5041484" y="22860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7"/>
          <p:cNvSpPr/>
          <p:nvPr/>
        </p:nvSpPr>
        <p:spPr>
          <a:xfrm rot="-10285603">
            <a:off x="7150321" y="-2266383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7"/>
          <p:cNvSpPr/>
          <p:nvPr/>
        </p:nvSpPr>
        <p:spPr>
          <a:xfrm flipH="1" rot="955394">
            <a:off x="1460861" y="-2197712"/>
            <a:ext cx="7826028" cy="2877832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7"/>
          <p:cNvSpPr txBox="1"/>
          <p:nvPr>
            <p:ph idx="1" type="body"/>
          </p:nvPr>
        </p:nvSpPr>
        <p:spPr>
          <a:xfrm>
            <a:off x="4572000" y="1369325"/>
            <a:ext cx="3850500" cy="333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indent="-32385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indent="-32385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indent="-3302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5pPr>
            <a:lvl6pPr indent="-3302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/>
            </a:lvl6pPr>
            <a:lvl7pPr indent="-31115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indent="-31115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indent="-3302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 flipH="1" rot="-813319">
            <a:off x="4432698" y="-342427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8"/>
          <p:cNvSpPr/>
          <p:nvPr/>
        </p:nvSpPr>
        <p:spPr>
          <a:xfrm rot="649785">
            <a:off x="-1816445" y="-738425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8"/>
          <p:cNvSpPr/>
          <p:nvPr/>
        </p:nvSpPr>
        <p:spPr>
          <a:xfrm flipH="1">
            <a:off x="620870" y="2238100"/>
            <a:ext cx="7471673" cy="477180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8"/>
          <p:cNvSpPr/>
          <p:nvPr/>
        </p:nvSpPr>
        <p:spPr>
          <a:xfrm flipH="1" rot="-8823147">
            <a:off x="5492915" y="2808773"/>
            <a:ext cx="5990392" cy="5613180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8"/>
          <p:cNvSpPr/>
          <p:nvPr/>
        </p:nvSpPr>
        <p:spPr>
          <a:xfrm flipH="1">
            <a:off x="-2254122" y="-142500"/>
            <a:ext cx="4935815" cy="3769836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8"/>
          <p:cNvSpPr/>
          <p:nvPr/>
        </p:nvSpPr>
        <p:spPr>
          <a:xfrm flipH="1" rot="-649785">
            <a:off x="3942880" y="4401125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8"/>
          <p:cNvSpPr/>
          <p:nvPr/>
        </p:nvSpPr>
        <p:spPr>
          <a:xfrm flipH="1" rot="-1244193">
            <a:off x="-2695083" y="-777268"/>
            <a:ext cx="7826096" cy="287785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8"/>
          <p:cNvSpPr/>
          <p:nvPr/>
        </p:nvSpPr>
        <p:spPr>
          <a:xfrm flipH="1" rot="9555807">
            <a:off x="7511217" y="2297294"/>
            <a:ext cx="7826096" cy="287785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8"/>
          <p:cNvSpPr txBox="1"/>
          <p:nvPr>
            <p:ph type="title"/>
          </p:nvPr>
        </p:nvSpPr>
        <p:spPr>
          <a:xfrm>
            <a:off x="1796850" y="1301800"/>
            <a:ext cx="5550300" cy="25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 rot="813319">
            <a:off x="-2477752" y="-50555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 flipH="1" rot="3394465">
            <a:off x="4067684" y="51096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/>
          <p:nvPr/>
        </p:nvSpPr>
        <p:spPr>
          <a:xfrm>
            <a:off x="7010027" y="-12434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9"/>
          <p:cNvSpPr/>
          <p:nvPr/>
        </p:nvSpPr>
        <p:spPr>
          <a:xfrm rot="3406877">
            <a:off x="3098060" y="-32126"/>
            <a:ext cx="7826090" cy="2877855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9"/>
          <p:cNvSpPr/>
          <p:nvPr/>
        </p:nvSpPr>
        <p:spPr>
          <a:xfrm flipH="1" rot="-649760">
            <a:off x="7075142" y="-713258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9"/>
          <p:cNvSpPr/>
          <p:nvPr/>
        </p:nvSpPr>
        <p:spPr>
          <a:xfrm rot="-10285603">
            <a:off x="-4701904" y="3752842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9"/>
          <p:cNvSpPr/>
          <p:nvPr/>
        </p:nvSpPr>
        <p:spPr>
          <a:xfrm rot="-7426355">
            <a:off x="-5557542" y="1132830"/>
            <a:ext cx="7826046" cy="287783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9"/>
          <p:cNvSpPr txBox="1"/>
          <p:nvPr>
            <p:ph type="title"/>
          </p:nvPr>
        </p:nvSpPr>
        <p:spPr>
          <a:xfrm>
            <a:off x="723300" y="775600"/>
            <a:ext cx="6137400" cy="17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5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1" type="subTitle"/>
          </p:nvPr>
        </p:nvSpPr>
        <p:spPr>
          <a:xfrm>
            <a:off x="799500" y="2583500"/>
            <a:ext cx="6137400" cy="17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0"/>
          <p:cNvSpPr txBox="1"/>
          <p:nvPr>
            <p:ph type="title"/>
          </p:nvPr>
        </p:nvSpPr>
        <p:spPr>
          <a:xfrm>
            <a:off x="723300" y="1315950"/>
            <a:ext cx="2771700" cy="25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/>
          <p:nvPr/>
        </p:nvSpPr>
        <p:spPr>
          <a:xfrm rot="-10285629">
            <a:off x="5066449" y="-2124373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1"/>
          <p:cNvSpPr/>
          <p:nvPr/>
        </p:nvSpPr>
        <p:spPr>
          <a:xfrm flipH="1">
            <a:off x="7942003" y="1004988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1"/>
          <p:cNvSpPr/>
          <p:nvPr/>
        </p:nvSpPr>
        <p:spPr>
          <a:xfrm rot="2839443">
            <a:off x="-308418" y="2442034"/>
            <a:ext cx="6402141" cy="5689181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1"/>
          <p:cNvSpPr/>
          <p:nvPr/>
        </p:nvSpPr>
        <p:spPr>
          <a:xfrm rot="9405665">
            <a:off x="-4305365" y="1281181"/>
            <a:ext cx="7310152" cy="6849835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1"/>
          <p:cNvSpPr/>
          <p:nvPr/>
        </p:nvSpPr>
        <p:spPr>
          <a:xfrm rot="-1478505">
            <a:off x="-2334601" y="-1000036"/>
            <a:ext cx="7826136" cy="2877871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1"/>
          <p:cNvSpPr/>
          <p:nvPr/>
        </p:nvSpPr>
        <p:spPr>
          <a:xfrm flipH="1" rot="9555841">
            <a:off x="7023452" y="1808506"/>
            <a:ext cx="8200942" cy="301569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1"/>
          <p:cNvSpPr txBox="1"/>
          <p:nvPr>
            <p:ph hasCustomPrompt="1" type="title"/>
          </p:nvPr>
        </p:nvSpPr>
        <p:spPr>
          <a:xfrm>
            <a:off x="1248600" y="1528200"/>
            <a:ext cx="6646800" cy="153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1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>
            <a:off x="1248450" y="3114175"/>
            <a:ext cx="66468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6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20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/>
          <p:nvPr/>
        </p:nvSpPr>
        <p:spPr>
          <a:xfrm flipH="1" rot="-514371">
            <a:off x="4546199" y="581678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 rot="10800000">
            <a:off x="6590028" y="-1830528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 rot="1051413">
            <a:off x="5372927" y="-597860"/>
            <a:ext cx="8200944" cy="301569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3"/>
          <p:cNvSpPr/>
          <p:nvPr/>
        </p:nvSpPr>
        <p:spPr>
          <a:xfrm rot="6697654">
            <a:off x="-3373442" y="-4867145"/>
            <a:ext cx="9416338" cy="601377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3"/>
          <p:cNvSpPr/>
          <p:nvPr/>
        </p:nvSpPr>
        <p:spPr>
          <a:xfrm flipH="1" rot="9986681">
            <a:off x="-4180552" y="1043048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3"/>
          <p:cNvSpPr txBox="1"/>
          <p:nvPr>
            <p:ph type="title"/>
          </p:nvPr>
        </p:nvSpPr>
        <p:spPr>
          <a:xfrm>
            <a:off x="3394963" y="1596925"/>
            <a:ext cx="3855600" cy="16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3" name="Google Shape;103;p13"/>
          <p:cNvSpPr txBox="1"/>
          <p:nvPr>
            <p:ph hasCustomPrompt="1" idx="2" type="title"/>
          </p:nvPr>
        </p:nvSpPr>
        <p:spPr>
          <a:xfrm>
            <a:off x="1893438" y="1677639"/>
            <a:ext cx="14982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/>
          <p:nvPr>
            <p:ph idx="1" type="subTitle"/>
          </p:nvPr>
        </p:nvSpPr>
        <p:spPr>
          <a:xfrm>
            <a:off x="3394963" y="3246489"/>
            <a:ext cx="27525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05" name="Google Shape;105;p13"/>
          <p:cNvSpPr/>
          <p:nvPr/>
        </p:nvSpPr>
        <p:spPr>
          <a:xfrm flipH="1" rot="10800000">
            <a:off x="779327" y="3478782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2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/>
          <p:nvPr/>
        </p:nvSpPr>
        <p:spPr>
          <a:xfrm rot="-10285629">
            <a:off x="4140874" y="-2015123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 flipH="1">
            <a:off x="6818628" y="2586663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 flipH="1" rot="9748587">
            <a:off x="5601527" y="2021265"/>
            <a:ext cx="8200944" cy="301569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 flipH="1" rot="4102346">
            <a:off x="-2270967" y="3805847"/>
            <a:ext cx="9416338" cy="601377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 rot="813319">
            <a:off x="-3580677" y="-14257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4"/>
          <p:cNvSpPr txBox="1"/>
          <p:nvPr>
            <p:ph type="title"/>
          </p:nvPr>
        </p:nvSpPr>
        <p:spPr>
          <a:xfrm>
            <a:off x="1549950" y="1929275"/>
            <a:ext cx="6044100" cy="16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3" name="Google Shape;113;p14"/>
          <p:cNvSpPr txBox="1"/>
          <p:nvPr>
            <p:ph hasCustomPrompt="1" idx="2" type="title"/>
          </p:nvPr>
        </p:nvSpPr>
        <p:spPr>
          <a:xfrm>
            <a:off x="3822900" y="845239"/>
            <a:ext cx="14982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4" name="Google Shape;114;p14"/>
          <p:cNvSpPr txBox="1"/>
          <p:nvPr>
            <p:ph idx="1" type="subTitle"/>
          </p:nvPr>
        </p:nvSpPr>
        <p:spPr>
          <a:xfrm>
            <a:off x="2414570" y="3578849"/>
            <a:ext cx="43149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5" name="Google Shape;115;p14"/>
          <p:cNvSpPr/>
          <p:nvPr/>
        </p:nvSpPr>
        <p:spPr>
          <a:xfrm>
            <a:off x="3065327" y="-42009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35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/>
          <p:nvPr/>
        </p:nvSpPr>
        <p:spPr>
          <a:xfrm rot="-10285629">
            <a:off x="4140874" y="-2015123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 flipH="1">
            <a:off x="6818628" y="2586663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 flipH="1" rot="9748587">
            <a:off x="5601527" y="2021265"/>
            <a:ext cx="8200944" cy="301569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 flipH="1" rot="4102346">
            <a:off x="-2270967" y="3805847"/>
            <a:ext cx="9416338" cy="601377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 rot="813319">
            <a:off x="-3580677" y="-14257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5"/>
          <p:cNvSpPr txBox="1"/>
          <p:nvPr>
            <p:ph type="title"/>
          </p:nvPr>
        </p:nvSpPr>
        <p:spPr>
          <a:xfrm>
            <a:off x="1309450" y="2081675"/>
            <a:ext cx="6746400" cy="16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3" name="Google Shape;123;p15"/>
          <p:cNvSpPr txBox="1"/>
          <p:nvPr>
            <p:ph hasCustomPrompt="1" idx="2" type="title"/>
          </p:nvPr>
        </p:nvSpPr>
        <p:spPr>
          <a:xfrm>
            <a:off x="6066050" y="691889"/>
            <a:ext cx="14982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1309450" y="3731250"/>
            <a:ext cx="67464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25" name="Google Shape;125;p15"/>
          <p:cNvSpPr/>
          <p:nvPr/>
        </p:nvSpPr>
        <p:spPr>
          <a:xfrm>
            <a:off x="3065327" y="-42009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/>
          <p:nvPr/>
        </p:nvSpPr>
        <p:spPr>
          <a:xfrm flipH="1" rot="9339447">
            <a:off x="-5157706" y="2195120"/>
            <a:ext cx="7471555" cy="4771732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1118566" y="1549193"/>
            <a:ext cx="1350837" cy="973145"/>
          </a:xfrm>
          <a:custGeom>
            <a:rect b="b" l="l" r="r" t="t"/>
            <a:pathLst>
              <a:path extrusionOk="0" h="13563" w="18827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 flipH="1">
            <a:off x="4816263" y="1549200"/>
            <a:ext cx="1350837" cy="973145"/>
          </a:xfrm>
          <a:custGeom>
            <a:rect b="b" l="l" r="r" t="t"/>
            <a:pathLst>
              <a:path extrusionOk="0" h="13563" w="18827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 flipH="1">
            <a:off x="6912085" y="1489537"/>
            <a:ext cx="1162249" cy="1032817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rgbClr val="AC9078">
              <a:alpha val="72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3050700" y="1519363"/>
            <a:ext cx="1095097" cy="973144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 rot="-10285603">
            <a:off x="7150321" y="-2266383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 rot="649785">
            <a:off x="6848027" y="-244025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 rot="813319">
            <a:off x="-4299402" y="-47175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 rot="9089871">
            <a:off x="7049951" y="1893780"/>
            <a:ext cx="7826200" cy="2877895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 rot="-576017">
            <a:off x="-4825529" y="-672274"/>
            <a:ext cx="7826074" cy="287784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 txBox="1"/>
          <p:nvPr>
            <p:ph type="title"/>
          </p:nvPr>
        </p:nvSpPr>
        <p:spPr>
          <a:xfrm>
            <a:off x="732775" y="2632300"/>
            <a:ext cx="1836000" cy="8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8" name="Google Shape;138;p16"/>
          <p:cNvSpPr txBox="1"/>
          <p:nvPr>
            <p:ph idx="1" type="subTitle"/>
          </p:nvPr>
        </p:nvSpPr>
        <p:spPr>
          <a:xfrm>
            <a:off x="732787" y="3511716"/>
            <a:ext cx="1836000" cy="8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39" name="Google Shape;139;p16"/>
          <p:cNvSpPr txBox="1"/>
          <p:nvPr>
            <p:ph hasCustomPrompt="1" idx="2" type="title"/>
          </p:nvPr>
        </p:nvSpPr>
        <p:spPr>
          <a:xfrm>
            <a:off x="732776" y="1811839"/>
            <a:ext cx="18360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0" name="Google Shape;140;p16"/>
          <p:cNvSpPr txBox="1"/>
          <p:nvPr>
            <p:ph idx="3" type="title"/>
          </p:nvPr>
        </p:nvSpPr>
        <p:spPr>
          <a:xfrm>
            <a:off x="2680250" y="2632300"/>
            <a:ext cx="1836000" cy="8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1" name="Google Shape;141;p16"/>
          <p:cNvSpPr txBox="1"/>
          <p:nvPr>
            <p:ph idx="4" type="subTitle"/>
          </p:nvPr>
        </p:nvSpPr>
        <p:spPr>
          <a:xfrm>
            <a:off x="2680262" y="3511716"/>
            <a:ext cx="1836000" cy="8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42" name="Google Shape;142;p16"/>
          <p:cNvSpPr txBox="1"/>
          <p:nvPr>
            <p:ph idx="5" type="title"/>
          </p:nvPr>
        </p:nvSpPr>
        <p:spPr>
          <a:xfrm>
            <a:off x="4627725" y="2632300"/>
            <a:ext cx="1836000" cy="8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3" name="Google Shape;143;p16"/>
          <p:cNvSpPr txBox="1"/>
          <p:nvPr>
            <p:ph idx="6" type="subTitle"/>
          </p:nvPr>
        </p:nvSpPr>
        <p:spPr>
          <a:xfrm>
            <a:off x="4627737" y="3511716"/>
            <a:ext cx="1836000" cy="8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44" name="Google Shape;144;p16"/>
          <p:cNvSpPr txBox="1"/>
          <p:nvPr>
            <p:ph idx="7" type="title"/>
          </p:nvPr>
        </p:nvSpPr>
        <p:spPr>
          <a:xfrm>
            <a:off x="6575200" y="2632300"/>
            <a:ext cx="1836000" cy="8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5" name="Google Shape;145;p16"/>
          <p:cNvSpPr txBox="1"/>
          <p:nvPr>
            <p:ph idx="8" type="subTitle"/>
          </p:nvPr>
        </p:nvSpPr>
        <p:spPr>
          <a:xfrm>
            <a:off x="6575212" y="3511716"/>
            <a:ext cx="1836000" cy="8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46" name="Google Shape;146;p16"/>
          <p:cNvSpPr txBox="1"/>
          <p:nvPr>
            <p:ph hasCustomPrompt="1" idx="9" type="title"/>
          </p:nvPr>
        </p:nvSpPr>
        <p:spPr>
          <a:xfrm>
            <a:off x="2680246" y="1811839"/>
            <a:ext cx="18360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7" name="Google Shape;147;p16"/>
          <p:cNvSpPr txBox="1"/>
          <p:nvPr>
            <p:ph hasCustomPrompt="1" idx="13" type="title"/>
          </p:nvPr>
        </p:nvSpPr>
        <p:spPr>
          <a:xfrm>
            <a:off x="4627721" y="1811839"/>
            <a:ext cx="18360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8" name="Google Shape;148;p16"/>
          <p:cNvSpPr txBox="1"/>
          <p:nvPr>
            <p:ph hasCustomPrompt="1" idx="14" type="title"/>
          </p:nvPr>
        </p:nvSpPr>
        <p:spPr>
          <a:xfrm>
            <a:off x="6575196" y="1811839"/>
            <a:ext cx="18360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9" name="Google Shape;149;p16"/>
          <p:cNvSpPr txBox="1"/>
          <p:nvPr>
            <p:ph idx="15"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7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/>
          <p:nvPr/>
        </p:nvSpPr>
        <p:spPr>
          <a:xfrm rot="-9339447">
            <a:off x="7118442" y="3216520"/>
            <a:ext cx="7471555" cy="4771732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 flipH="1" rot="10285603">
            <a:off x="-6088365" y="-1617883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 flipH="1" rot="-649785">
            <a:off x="-1251909" y="-487200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 flipH="1" rot="-813319">
            <a:off x="7653159" y="-3566398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 flipH="1" rot="-9989847">
            <a:off x="-4910832" y="2960605"/>
            <a:ext cx="7826215" cy="2877900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 flipH="1" rot="-323977">
            <a:off x="6050295" y="-977077"/>
            <a:ext cx="7826148" cy="2877876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7"/>
          <p:cNvSpPr txBox="1"/>
          <p:nvPr>
            <p:ph type="title"/>
          </p:nvPr>
        </p:nvSpPr>
        <p:spPr>
          <a:xfrm>
            <a:off x="1987675" y="1412700"/>
            <a:ext cx="2430000" cy="8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8" name="Google Shape;158;p17"/>
          <p:cNvSpPr txBox="1"/>
          <p:nvPr>
            <p:ph idx="1" type="subTitle"/>
          </p:nvPr>
        </p:nvSpPr>
        <p:spPr>
          <a:xfrm>
            <a:off x="1987700" y="2292125"/>
            <a:ext cx="24300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59" name="Google Shape;159;p17"/>
          <p:cNvSpPr txBox="1"/>
          <p:nvPr>
            <p:ph hasCustomPrompt="1" idx="2" type="title"/>
          </p:nvPr>
        </p:nvSpPr>
        <p:spPr>
          <a:xfrm>
            <a:off x="845800" y="1888050"/>
            <a:ext cx="812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0" name="Google Shape;160;p17"/>
          <p:cNvSpPr txBox="1"/>
          <p:nvPr>
            <p:ph idx="3" type="title"/>
          </p:nvPr>
        </p:nvSpPr>
        <p:spPr>
          <a:xfrm>
            <a:off x="1928100" y="3162748"/>
            <a:ext cx="2430000" cy="8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1" name="Google Shape;161;p17"/>
          <p:cNvSpPr txBox="1"/>
          <p:nvPr>
            <p:ph idx="4" type="subTitle"/>
          </p:nvPr>
        </p:nvSpPr>
        <p:spPr>
          <a:xfrm>
            <a:off x="1928125" y="4042172"/>
            <a:ext cx="24300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62" name="Google Shape;162;p17"/>
          <p:cNvSpPr txBox="1"/>
          <p:nvPr>
            <p:ph idx="5" type="title"/>
          </p:nvPr>
        </p:nvSpPr>
        <p:spPr>
          <a:xfrm>
            <a:off x="6000750" y="1412688"/>
            <a:ext cx="2430000" cy="8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3" name="Google Shape;163;p17"/>
          <p:cNvSpPr txBox="1"/>
          <p:nvPr>
            <p:ph idx="6" type="subTitle"/>
          </p:nvPr>
        </p:nvSpPr>
        <p:spPr>
          <a:xfrm>
            <a:off x="6000775" y="2292102"/>
            <a:ext cx="24300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64" name="Google Shape;164;p17"/>
          <p:cNvSpPr txBox="1"/>
          <p:nvPr>
            <p:ph idx="7" type="title"/>
          </p:nvPr>
        </p:nvSpPr>
        <p:spPr>
          <a:xfrm>
            <a:off x="5981196" y="3162738"/>
            <a:ext cx="2430000" cy="8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5" name="Google Shape;165;p17"/>
          <p:cNvSpPr txBox="1"/>
          <p:nvPr>
            <p:ph idx="8" type="subTitle"/>
          </p:nvPr>
        </p:nvSpPr>
        <p:spPr>
          <a:xfrm>
            <a:off x="5981200" y="4042161"/>
            <a:ext cx="24300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66" name="Google Shape;166;p17"/>
          <p:cNvSpPr txBox="1"/>
          <p:nvPr>
            <p:ph hasCustomPrompt="1" idx="9" type="title"/>
          </p:nvPr>
        </p:nvSpPr>
        <p:spPr>
          <a:xfrm>
            <a:off x="845798" y="3644250"/>
            <a:ext cx="812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7" name="Google Shape;167;p17"/>
          <p:cNvSpPr txBox="1"/>
          <p:nvPr>
            <p:ph hasCustomPrompt="1" idx="13" type="title"/>
          </p:nvPr>
        </p:nvSpPr>
        <p:spPr>
          <a:xfrm>
            <a:off x="4895098" y="1888050"/>
            <a:ext cx="812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8" name="Google Shape;168;p17"/>
          <p:cNvSpPr txBox="1"/>
          <p:nvPr>
            <p:ph hasCustomPrompt="1" idx="14" type="title"/>
          </p:nvPr>
        </p:nvSpPr>
        <p:spPr>
          <a:xfrm>
            <a:off x="4895098" y="3644250"/>
            <a:ext cx="812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9" name="Google Shape;169;p17"/>
          <p:cNvSpPr txBox="1"/>
          <p:nvPr>
            <p:ph idx="15"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>
            <p:ph type="title"/>
          </p:nvPr>
        </p:nvSpPr>
        <p:spPr>
          <a:xfrm>
            <a:off x="723300" y="3402013"/>
            <a:ext cx="38487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2" name="Google Shape;172;p18"/>
          <p:cNvSpPr txBox="1"/>
          <p:nvPr>
            <p:ph idx="1" type="subTitle"/>
          </p:nvPr>
        </p:nvSpPr>
        <p:spPr>
          <a:xfrm>
            <a:off x="723350" y="822500"/>
            <a:ext cx="4902000" cy="207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32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/>
          <p:nvPr/>
        </p:nvSpPr>
        <p:spPr>
          <a:xfrm flipH="1" rot="-7269862">
            <a:off x="1986429" y="-4605738"/>
            <a:ext cx="7471639" cy="4771786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 rot="-10558870">
            <a:off x="5522782" y="-185325"/>
            <a:ext cx="6402110" cy="5689154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9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 rot="6189239">
            <a:off x="4325710" y="1085979"/>
            <a:ext cx="7825966" cy="2877809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 rot="514371">
            <a:off x="-5180633" y="-979678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 rot="2141143">
            <a:off x="-1290068" y="-2916503"/>
            <a:ext cx="5766686" cy="3682912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 rot="10800000">
            <a:off x="-126965" y="3402013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 rot="-7948588">
            <a:off x="-5205140" y="1519073"/>
            <a:ext cx="8200910" cy="3015686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"/>
          <p:cNvSpPr txBox="1"/>
          <p:nvPr>
            <p:ph type="title"/>
          </p:nvPr>
        </p:nvSpPr>
        <p:spPr>
          <a:xfrm>
            <a:off x="2064826" y="3261285"/>
            <a:ext cx="50145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82" name="Google Shape;182;p19"/>
          <p:cNvSpPr txBox="1"/>
          <p:nvPr>
            <p:ph idx="1" type="subTitle"/>
          </p:nvPr>
        </p:nvSpPr>
        <p:spPr>
          <a:xfrm>
            <a:off x="1378650" y="1348062"/>
            <a:ext cx="6386700" cy="141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6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/>
          <p:nvPr/>
        </p:nvSpPr>
        <p:spPr>
          <a:xfrm rot="-3394465">
            <a:off x="-2929870" y="34332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 flipH="1">
            <a:off x="-4081962" y="-12434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 flipH="1" rot="-3952094">
            <a:off x="-3954406" y="-32116"/>
            <a:ext cx="7826127" cy="287786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 rot="649760">
            <a:off x="-3199069" y="-713258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 flipH="1" rot="-813319">
            <a:off x="4926200" y="-30743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 flipH="1" rot="10285603">
            <a:off x="6080701" y="3752842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 flipH="1" rot="7426355">
            <a:off x="6582052" y="1132830"/>
            <a:ext cx="7826046" cy="287783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0"/>
          <p:cNvSpPr txBox="1"/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6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/>
          <p:nvPr/>
        </p:nvSpPr>
        <p:spPr>
          <a:xfrm rot="-3394465">
            <a:off x="-3638445" y="4611893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 flipH="1">
            <a:off x="-5015862" y="-4052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 flipH="1" rot="-3052073">
            <a:off x="-4888312" y="1110880"/>
            <a:ext cx="7826119" cy="2877865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1"/>
          <p:cNvSpPr/>
          <p:nvPr/>
        </p:nvSpPr>
        <p:spPr>
          <a:xfrm rot="649760">
            <a:off x="-4262669" y="1892117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 flipH="1" rot="-813319">
            <a:off x="4754300" y="-2305086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 flipH="1" rot="10285603">
            <a:off x="4790126" y="3666917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 flipH="1" rot="4726292">
            <a:off x="5414633" y="2626082"/>
            <a:ext cx="7826019" cy="287782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1"/>
          <p:cNvSpPr txBox="1"/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33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 txBox="1"/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5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/>
          <p:nvPr/>
        </p:nvSpPr>
        <p:spPr>
          <a:xfrm rot="-10285629">
            <a:off x="5828449" y="-2657773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3"/>
          <p:cNvSpPr/>
          <p:nvPr/>
        </p:nvSpPr>
        <p:spPr>
          <a:xfrm flipH="1">
            <a:off x="7942003" y="1004988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3"/>
          <p:cNvSpPr/>
          <p:nvPr/>
        </p:nvSpPr>
        <p:spPr>
          <a:xfrm rot="2839443">
            <a:off x="-308418" y="2442034"/>
            <a:ext cx="6402141" cy="5689181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3"/>
          <p:cNvSpPr/>
          <p:nvPr/>
        </p:nvSpPr>
        <p:spPr>
          <a:xfrm rot="9405665">
            <a:off x="-4305365" y="1281181"/>
            <a:ext cx="7310152" cy="6849835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3"/>
          <p:cNvSpPr/>
          <p:nvPr/>
        </p:nvSpPr>
        <p:spPr>
          <a:xfrm rot="-1478505">
            <a:off x="-2334601" y="-1000036"/>
            <a:ext cx="7826136" cy="2877871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3"/>
          <p:cNvSpPr/>
          <p:nvPr/>
        </p:nvSpPr>
        <p:spPr>
          <a:xfrm flipH="1" rot="9555841">
            <a:off x="7023452" y="1808506"/>
            <a:ext cx="8200942" cy="301569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3"/>
          <p:cNvSpPr txBox="1"/>
          <p:nvPr>
            <p:ph type="title"/>
          </p:nvPr>
        </p:nvSpPr>
        <p:spPr>
          <a:xfrm>
            <a:off x="897750" y="951837"/>
            <a:ext cx="7348500" cy="153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1" name="Google Shape;211;p23"/>
          <p:cNvSpPr txBox="1"/>
          <p:nvPr>
            <p:ph idx="1" type="subTitle"/>
          </p:nvPr>
        </p:nvSpPr>
        <p:spPr>
          <a:xfrm>
            <a:off x="1732950" y="2483763"/>
            <a:ext cx="5678100" cy="17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3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/>
          <p:nvPr/>
        </p:nvSpPr>
        <p:spPr>
          <a:xfrm flipH="1" rot="4102360">
            <a:off x="-2758583" y="4129685"/>
            <a:ext cx="7471578" cy="477174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4"/>
          <p:cNvSpPr/>
          <p:nvPr/>
        </p:nvSpPr>
        <p:spPr>
          <a:xfrm rot="813319">
            <a:off x="-4313552" y="-17370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4"/>
          <p:cNvSpPr txBox="1"/>
          <p:nvPr>
            <p:ph idx="1" type="subTitle"/>
          </p:nvPr>
        </p:nvSpPr>
        <p:spPr>
          <a:xfrm>
            <a:off x="723300" y="3021075"/>
            <a:ext cx="33942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16" name="Google Shape;216;p24"/>
          <p:cNvSpPr txBox="1"/>
          <p:nvPr>
            <p:ph type="title"/>
          </p:nvPr>
        </p:nvSpPr>
        <p:spPr>
          <a:xfrm flipH="1">
            <a:off x="719825" y="986925"/>
            <a:ext cx="2888400" cy="19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7" name="Google Shape;217;p24"/>
          <p:cNvSpPr/>
          <p:nvPr>
            <p:ph idx="2" type="pic"/>
          </p:nvPr>
        </p:nvSpPr>
        <p:spPr>
          <a:xfrm>
            <a:off x="4411375" y="-75"/>
            <a:ext cx="47328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/>
          <p:nvPr/>
        </p:nvSpPr>
        <p:spPr>
          <a:xfrm rot="-10285629">
            <a:off x="4140874" y="-2015123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5"/>
          <p:cNvSpPr/>
          <p:nvPr/>
        </p:nvSpPr>
        <p:spPr>
          <a:xfrm flipH="1" rot="4102346">
            <a:off x="-2270967" y="3805847"/>
            <a:ext cx="9416338" cy="601377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5"/>
          <p:cNvSpPr/>
          <p:nvPr/>
        </p:nvSpPr>
        <p:spPr>
          <a:xfrm rot="813319">
            <a:off x="-3580677" y="-14257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5"/>
          <p:cNvSpPr/>
          <p:nvPr/>
        </p:nvSpPr>
        <p:spPr>
          <a:xfrm>
            <a:off x="3065327" y="-42009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5"/>
          <p:cNvSpPr txBox="1"/>
          <p:nvPr>
            <p:ph idx="1" type="subTitle"/>
          </p:nvPr>
        </p:nvSpPr>
        <p:spPr>
          <a:xfrm>
            <a:off x="723300" y="2291463"/>
            <a:ext cx="3035100" cy="13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24" name="Google Shape;224;p25"/>
          <p:cNvSpPr txBox="1"/>
          <p:nvPr>
            <p:ph type="title"/>
          </p:nvPr>
        </p:nvSpPr>
        <p:spPr>
          <a:xfrm flipH="1">
            <a:off x="719825" y="1463638"/>
            <a:ext cx="30351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5" name="Google Shape;225;p25"/>
          <p:cNvSpPr/>
          <p:nvPr/>
        </p:nvSpPr>
        <p:spPr>
          <a:xfrm flipH="1" rot="-649760">
            <a:off x="-3395808" y="4514617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8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"/>
          <p:cNvSpPr/>
          <p:nvPr/>
        </p:nvSpPr>
        <p:spPr>
          <a:xfrm rot="-3394465">
            <a:off x="-4398774" y="4211443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6"/>
          <p:cNvSpPr/>
          <p:nvPr/>
        </p:nvSpPr>
        <p:spPr>
          <a:xfrm flipH="1">
            <a:off x="-5777841" y="-12434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6"/>
          <p:cNvSpPr/>
          <p:nvPr/>
        </p:nvSpPr>
        <p:spPr>
          <a:xfrm flipH="1" rot="-3952094">
            <a:off x="-4776410" y="665034"/>
            <a:ext cx="7826127" cy="287786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6"/>
          <p:cNvSpPr/>
          <p:nvPr/>
        </p:nvSpPr>
        <p:spPr>
          <a:xfrm rot="649760">
            <a:off x="-4213998" y="535117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6"/>
          <p:cNvSpPr/>
          <p:nvPr/>
        </p:nvSpPr>
        <p:spPr>
          <a:xfrm flipH="1" rot="-813319">
            <a:off x="4527346" y="-3414798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6"/>
          <p:cNvSpPr/>
          <p:nvPr/>
        </p:nvSpPr>
        <p:spPr>
          <a:xfrm flipH="1" rot="10285603">
            <a:off x="4806347" y="3363742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6"/>
          <p:cNvSpPr/>
          <p:nvPr/>
        </p:nvSpPr>
        <p:spPr>
          <a:xfrm flipH="1" rot="5626330">
            <a:off x="3918525" y="675664"/>
            <a:ext cx="7826010" cy="2877825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6"/>
          <p:cNvSpPr txBox="1"/>
          <p:nvPr>
            <p:ph idx="1" type="body"/>
          </p:nvPr>
        </p:nvSpPr>
        <p:spPr>
          <a:xfrm>
            <a:off x="1133900" y="1868725"/>
            <a:ext cx="6223800" cy="23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indent="-32385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indent="-32385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indent="-3302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5pPr>
            <a:lvl6pPr indent="-3302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/>
            </a:lvl6pPr>
            <a:lvl7pPr indent="-31115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indent="-31115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indent="-3302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/>
            </a:lvl9pPr>
          </a:lstStyle>
          <a:p/>
        </p:txBody>
      </p:sp>
      <p:sp>
        <p:nvSpPr>
          <p:cNvPr id="235" name="Google Shape;235;p26"/>
          <p:cNvSpPr txBox="1"/>
          <p:nvPr>
            <p:ph type="title"/>
          </p:nvPr>
        </p:nvSpPr>
        <p:spPr>
          <a:xfrm>
            <a:off x="1133900" y="922175"/>
            <a:ext cx="63636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3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"/>
          <p:cNvSpPr/>
          <p:nvPr/>
        </p:nvSpPr>
        <p:spPr>
          <a:xfrm flipH="1" rot="7585667">
            <a:off x="-5466599" y="794591"/>
            <a:ext cx="9471614" cy="6049076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7"/>
          <p:cNvSpPr/>
          <p:nvPr/>
        </p:nvSpPr>
        <p:spPr>
          <a:xfrm rot="-5902333">
            <a:off x="3975367" y="2957142"/>
            <a:ext cx="9416513" cy="6013886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7"/>
          <p:cNvSpPr/>
          <p:nvPr/>
        </p:nvSpPr>
        <p:spPr>
          <a:xfrm flipH="1" rot="-2613329">
            <a:off x="5160201" y="-3949042"/>
            <a:ext cx="6402056" cy="5689105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7"/>
          <p:cNvSpPr/>
          <p:nvPr/>
        </p:nvSpPr>
        <p:spPr>
          <a:xfrm flipH="1" rot="-2700000">
            <a:off x="-4428810" y="-2266646"/>
            <a:ext cx="7065482" cy="539636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7"/>
          <p:cNvSpPr txBox="1"/>
          <p:nvPr>
            <p:ph idx="1" type="subTitle"/>
          </p:nvPr>
        </p:nvSpPr>
        <p:spPr>
          <a:xfrm>
            <a:off x="4959025" y="2291463"/>
            <a:ext cx="3035100" cy="13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42" name="Google Shape;242;p27"/>
          <p:cNvSpPr txBox="1"/>
          <p:nvPr>
            <p:ph type="title"/>
          </p:nvPr>
        </p:nvSpPr>
        <p:spPr>
          <a:xfrm flipH="1">
            <a:off x="4955550" y="1463638"/>
            <a:ext cx="30351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3" name="Google Shape;243;p27"/>
          <p:cNvSpPr/>
          <p:nvPr/>
        </p:nvSpPr>
        <p:spPr>
          <a:xfrm rot="-1150203">
            <a:off x="7474328" y="896864"/>
            <a:ext cx="4974547" cy="149039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25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 txBox="1"/>
          <p:nvPr>
            <p:ph idx="1" type="subTitle"/>
          </p:nvPr>
        </p:nvSpPr>
        <p:spPr>
          <a:xfrm>
            <a:off x="4349577" y="2925675"/>
            <a:ext cx="40812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46" name="Google Shape;246;p28"/>
          <p:cNvSpPr txBox="1"/>
          <p:nvPr>
            <p:ph type="title"/>
          </p:nvPr>
        </p:nvSpPr>
        <p:spPr>
          <a:xfrm flipH="1">
            <a:off x="4349575" y="1266675"/>
            <a:ext cx="4081200" cy="154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7" name="Google Shape;247;p28"/>
          <p:cNvSpPr/>
          <p:nvPr/>
        </p:nvSpPr>
        <p:spPr>
          <a:xfrm flipH="1" rot="4102360">
            <a:off x="4431017" y="3716310"/>
            <a:ext cx="7471578" cy="477174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8"/>
          <p:cNvSpPr/>
          <p:nvPr/>
        </p:nvSpPr>
        <p:spPr>
          <a:xfrm rot="813319">
            <a:off x="4927123" y="-2579698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28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/>
          <p:nvPr/>
        </p:nvSpPr>
        <p:spPr>
          <a:xfrm rot="3214333">
            <a:off x="-5499024" y="-2387504"/>
            <a:ext cx="9471614" cy="6049076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9"/>
          <p:cNvSpPr/>
          <p:nvPr/>
        </p:nvSpPr>
        <p:spPr>
          <a:xfrm flipH="1" rot="-4897667">
            <a:off x="4234767" y="-2245089"/>
            <a:ext cx="9416513" cy="6013886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9"/>
          <p:cNvSpPr/>
          <p:nvPr/>
        </p:nvSpPr>
        <p:spPr>
          <a:xfrm rot="-8186671">
            <a:off x="3376801" y="4110400"/>
            <a:ext cx="6402056" cy="5689105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9"/>
          <p:cNvSpPr/>
          <p:nvPr/>
        </p:nvSpPr>
        <p:spPr>
          <a:xfrm rot="-8100000">
            <a:off x="-4461235" y="1326447"/>
            <a:ext cx="7065482" cy="539636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9"/>
          <p:cNvSpPr txBox="1"/>
          <p:nvPr>
            <p:ph idx="1" type="subTitle"/>
          </p:nvPr>
        </p:nvSpPr>
        <p:spPr>
          <a:xfrm>
            <a:off x="1536900" y="2291463"/>
            <a:ext cx="3035100" cy="13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55" name="Google Shape;255;p29"/>
          <p:cNvSpPr/>
          <p:nvPr/>
        </p:nvSpPr>
        <p:spPr>
          <a:xfrm flipH="1" rot="-9649797">
            <a:off x="6371853" y="4455308"/>
            <a:ext cx="4974547" cy="149039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9"/>
          <p:cNvSpPr txBox="1"/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38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"/>
          <p:cNvSpPr/>
          <p:nvPr/>
        </p:nvSpPr>
        <p:spPr>
          <a:xfrm flipH="1" rot="3394465">
            <a:off x="3077084" y="34332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0"/>
          <p:cNvSpPr/>
          <p:nvPr/>
        </p:nvSpPr>
        <p:spPr>
          <a:xfrm>
            <a:off x="5867027" y="-12434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0"/>
          <p:cNvSpPr/>
          <p:nvPr/>
        </p:nvSpPr>
        <p:spPr>
          <a:xfrm rot="3952094">
            <a:off x="4681686" y="-32116"/>
            <a:ext cx="7826127" cy="287786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0"/>
          <p:cNvSpPr/>
          <p:nvPr/>
        </p:nvSpPr>
        <p:spPr>
          <a:xfrm flipH="1" rot="-649760">
            <a:off x="7075142" y="-713258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0"/>
          <p:cNvSpPr/>
          <p:nvPr/>
        </p:nvSpPr>
        <p:spPr>
          <a:xfrm rot="813319">
            <a:off x="-2477752" y="-30743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0"/>
          <p:cNvSpPr/>
          <p:nvPr/>
        </p:nvSpPr>
        <p:spPr>
          <a:xfrm rot="-10285603">
            <a:off x="-4701904" y="3752842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0"/>
          <p:cNvSpPr/>
          <p:nvPr/>
        </p:nvSpPr>
        <p:spPr>
          <a:xfrm rot="-7426355">
            <a:off x="-4666092" y="1132830"/>
            <a:ext cx="7826046" cy="287783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0"/>
          <p:cNvSpPr txBox="1"/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6" name="Google Shape;266;p30"/>
          <p:cNvSpPr txBox="1"/>
          <p:nvPr>
            <p:ph idx="1" type="body"/>
          </p:nvPr>
        </p:nvSpPr>
        <p:spPr>
          <a:xfrm>
            <a:off x="1545450" y="1330100"/>
            <a:ext cx="60531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8">
  <p:cSld name="CUSTOM_39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/>
          <p:nvPr>
            <p:ph idx="2" type="pic"/>
          </p:nvPr>
        </p:nvSpPr>
        <p:spPr>
          <a:xfrm>
            <a:off x="704000" y="1274500"/>
            <a:ext cx="3546900" cy="3244200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p31"/>
          <p:cNvSpPr/>
          <p:nvPr/>
        </p:nvSpPr>
        <p:spPr>
          <a:xfrm flipH="1" rot="3394465">
            <a:off x="5041484" y="22860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1"/>
          <p:cNvSpPr/>
          <p:nvPr/>
        </p:nvSpPr>
        <p:spPr>
          <a:xfrm rot="-10285603">
            <a:off x="7150321" y="-2266383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1"/>
          <p:cNvSpPr/>
          <p:nvPr/>
        </p:nvSpPr>
        <p:spPr>
          <a:xfrm flipH="1" rot="955394">
            <a:off x="1460861" y="-2197712"/>
            <a:ext cx="7826028" cy="2877832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1"/>
          <p:cNvSpPr txBox="1"/>
          <p:nvPr>
            <p:ph idx="1" type="body"/>
          </p:nvPr>
        </p:nvSpPr>
        <p:spPr>
          <a:xfrm>
            <a:off x="4572000" y="1369325"/>
            <a:ext cx="3850500" cy="333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indent="-3302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indent="-32385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indent="-32385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indent="-3302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5pPr>
            <a:lvl6pPr indent="-3302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/>
            </a:lvl6pPr>
            <a:lvl7pPr indent="-31115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indent="-31115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indent="-3302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/>
            </a:lvl9pPr>
          </a:lstStyle>
          <a:p/>
        </p:txBody>
      </p:sp>
      <p:sp>
        <p:nvSpPr>
          <p:cNvPr id="273" name="Google Shape;273;p31"/>
          <p:cNvSpPr txBox="1"/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ulim Park"/>
                <a:ea typeface="Kulim Park"/>
                <a:cs typeface="Kulim Park"/>
                <a:sym typeface="Kulim Par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/>
          <p:nvPr/>
        </p:nvSpPr>
        <p:spPr>
          <a:xfrm flipH="1" rot="-859945">
            <a:off x="5665328" y="3096461"/>
            <a:ext cx="4772748" cy="4241345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2"/>
          <p:cNvSpPr/>
          <p:nvPr/>
        </p:nvSpPr>
        <p:spPr>
          <a:xfrm>
            <a:off x="-4528356" y="1004988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2"/>
          <p:cNvSpPr/>
          <p:nvPr/>
        </p:nvSpPr>
        <p:spPr>
          <a:xfrm flipH="1" rot="-9405665">
            <a:off x="6846081" y="1281156"/>
            <a:ext cx="7310152" cy="6849835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2"/>
          <p:cNvSpPr/>
          <p:nvPr/>
        </p:nvSpPr>
        <p:spPr>
          <a:xfrm flipH="1" rot="1478505">
            <a:off x="1794833" y="-2111786"/>
            <a:ext cx="7826136" cy="2877871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2"/>
          <p:cNvSpPr/>
          <p:nvPr/>
        </p:nvSpPr>
        <p:spPr>
          <a:xfrm flipH="1" rot="9524149">
            <a:off x="-6659422" y="-2925302"/>
            <a:ext cx="9471569" cy="604904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2"/>
          <p:cNvSpPr/>
          <p:nvPr/>
        </p:nvSpPr>
        <p:spPr>
          <a:xfrm rot="-9555841">
            <a:off x="-6785773" y="1808506"/>
            <a:ext cx="8200942" cy="301569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2"/>
          <p:cNvSpPr txBox="1"/>
          <p:nvPr>
            <p:ph type="title"/>
          </p:nvPr>
        </p:nvSpPr>
        <p:spPr>
          <a:xfrm>
            <a:off x="1699900" y="2520537"/>
            <a:ext cx="27369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2" name="Google Shape;282;p32"/>
          <p:cNvSpPr txBox="1"/>
          <p:nvPr>
            <p:ph idx="1" type="subTitle"/>
          </p:nvPr>
        </p:nvSpPr>
        <p:spPr>
          <a:xfrm>
            <a:off x="1699975" y="3065348"/>
            <a:ext cx="27369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83" name="Google Shape;283;p32"/>
          <p:cNvSpPr txBox="1"/>
          <p:nvPr>
            <p:ph idx="2" type="title"/>
          </p:nvPr>
        </p:nvSpPr>
        <p:spPr>
          <a:xfrm>
            <a:off x="4707338" y="2520537"/>
            <a:ext cx="27366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4" name="Google Shape;284;p32"/>
          <p:cNvSpPr txBox="1"/>
          <p:nvPr>
            <p:ph idx="3" type="subTitle"/>
          </p:nvPr>
        </p:nvSpPr>
        <p:spPr>
          <a:xfrm>
            <a:off x="4707501" y="3065348"/>
            <a:ext cx="27366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85" name="Google Shape;285;p32"/>
          <p:cNvSpPr txBox="1"/>
          <p:nvPr>
            <p:ph idx="4"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9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3"/>
          <p:cNvSpPr txBox="1"/>
          <p:nvPr>
            <p:ph type="title"/>
          </p:nvPr>
        </p:nvSpPr>
        <p:spPr>
          <a:xfrm flipH="1">
            <a:off x="720000" y="438912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8" name="Google Shape;288;p33"/>
          <p:cNvSpPr txBox="1"/>
          <p:nvPr>
            <p:ph idx="2" type="title"/>
          </p:nvPr>
        </p:nvSpPr>
        <p:spPr>
          <a:xfrm>
            <a:off x="4572012" y="3186751"/>
            <a:ext cx="23253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9" name="Google Shape;289;p33"/>
          <p:cNvSpPr txBox="1"/>
          <p:nvPr>
            <p:ph idx="1" type="subTitle"/>
          </p:nvPr>
        </p:nvSpPr>
        <p:spPr>
          <a:xfrm>
            <a:off x="4572037" y="3694826"/>
            <a:ext cx="23253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90" name="Google Shape;290;p33"/>
          <p:cNvSpPr txBox="1"/>
          <p:nvPr>
            <p:ph idx="3" type="title"/>
          </p:nvPr>
        </p:nvSpPr>
        <p:spPr>
          <a:xfrm>
            <a:off x="4572000" y="1747851"/>
            <a:ext cx="23253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91" name="Google Shape;291;p33"/>
          <p:cNvSpPr txBox="1"/>
          <p:nvPr>
            <p:ph idx="4" type="subTitle"/>
          </p:nvPr>
        </p:nvSpPr>
        <p:spPr>
          <a:xfrm>
            <a:off x="4572025" y="2255926"/>
            <a:ext cx="23253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92" name="Google Shape;292;p33"/>
          <p:cNvSpPr/>
          <p:nvPr/>
        </p:nvSpPr>
        <p:spPr>
          <a:xfrm flipH="1" rot="-813319">
            <a:off x="7030742" y="-14257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3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4"/>
          <p:cNvSpPr/>
          <p:nvPr/>
        </p:nvSpPr>
        <p:spPr>
          <a:xfrm rot="-9940055">
            <a:off x="6313853" y="-2245551"/>
            <a:ext cx="4772748" cy="4241345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4"/>
          <p:cNvSpPr/>
          <p:nvPr/>
        </p:nvSpPr>
        <p:spPr>
          <a:xfrm flipH="1" rot="10800000">
            <a:off x="-4512131" y="0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4"/>
          <p:cNvSpPr/>
          <p:nvPr/>
        </p:nvSpPr>
        <p:spPr>
          <a:xfrm rot="405705">
            <a:off x="6781192" y="537430"/>
            <a:ext cx="7309974" cy="6849668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4"/>
          <p:cNvSpPr/>
          <p:nvPr/>
        </p:nvSpPr>
        <p:spPr>
          <a:xfrm rot="10221505">
            <a:off x="2162666" y="4072255"/>
            <a:ext cx="7826058" cy="2877843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4"/>
          <p:cNvSpPr/>
          <p:nvPr/>
        </p:nvSpPr>
        <p:spPr>
          <a:xfrm rot="1275851">
            <a:off x="-7113372" y="1815710"/>
            <a:ext cx="9471569" cy="604904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4"/>
          <p:cNvSpPr/>
          <p:nvPr/>
        </p:nvSpPr>
        <p:spPr>
          <a:xfrm flipH="1" rot="-1244159">
            <a:off x="-7039848" y="-79298"/>
            <a:ext cx="8200942" cy="301569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4"/>
          <p:cNvSpPr txBox="1"/>
          <p:nvPr>
            <p:ph type="title"/>
          </p:nvPr>
        </p:nvSpPr>
        <p:spPr>
          <a:xfrm>
            <a:off x="2014775" y="1710525"/>
            <a:ext cx="51141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01" name="Google Shape;301;p34"/>
          <p:cNvSpPr txBox="1"/>
          <p:nvPr>
            <p:ph idx="1" type="subTitle"/>
          </p:nvPr>
        </p:nvSpPr>
        <p:spPr>
          <a:xfrm>
            <a:off x="2014925" y="2255348"/>
            <a:ext cx="51141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02" name="Google Shape;302;p34"/>
          <p:cNvSpPr txBox="1"/>
          <p:nvPr>
            <p:ph idx="2" type="title"/>
          </p:nvPr>
        </p:nvSpPr>
        <p:spPr>
          <a:xfrm>
            <a:off x="2014780" y="3258850"/>
            <a:ext cx="51138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03" name="Google Shape;303;p34"/>
          <p:cNvSpPr txBox="1"/>
          <p:nvPr>
            <p:ph idx="3" type="subTitle"/>
          </p:nvPr>
        </p:nvSpPr>
        <p:spPr>
          <a:xfrm>
            <a:off x="2015075" y="3803672"/>
            <a:ext cx="51138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04" name="Google Shape;304;p34"/>
          <p:cNvSpPr txBox="1"/>
          <p:nvPr>
            <p:ph idx="4"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5"/>
          <p:cNvSpPr/>
          <p:nvPr/>
        </p:nvSpPr>
        <p:spPr>
          <a:xfrm rot="-10285629">
            <a:off x="6057524" y="-2124373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5"/>
          <p:cNvSpPr/>
          <p:nvPr/>
        </p:nvSpPr>
        <p:spPr>
          <a:xfrm flipH="1">
            <a:off x="7942003" y="1004988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5"/>
          <p:cNvSpPr/>
          <p:nvPr/>
        </p:nvSpPr>
        <p:spPr>
          <a:xfrm rot="2839443">
            <a:off x="-308418" y="2442034"/>
            <a:ext cx="6402141" cy="5689181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5"/>
          <p:cNvSpPr/>
          <p:nvPr/>
        </p:nvSpPr>
        <p:spPr>
          <a:xfrm rot="9405665">
            <a:off x="-4880740" y="1281181"/>
            <a:ext cx="7310152" cy="6849835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5"/>
          <p:cNvSpPr/>
          <p:nvPr/>
        </p:nvSpPr>
        <p:spPr>
          <a:xfrm rot="-1478505">
            <a:off x="-2334601" y="-1000036"/>
            <a:ext cx="7826136" cy="2877871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5"/>
          <p:cNvSpPr/>
          <p:nvPr/>
        </p:nvSpPr>
        <p:spPr>
          <a:xfrm flipH="1" rot="9555841">
            <a:off x="7801702" y="1808506"/>
            <a:ext cx="8200942" cy="301569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5"/>
          <p:cNvSpPr txBox="1"/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3" name="Google Shape;313;p35"/>
          <p:cNvSpPr txBox="1"/>
          <p:nvPr>
            <p:ph idx="2" type="title"/>
          </p:nvPr>
        </p:nvSpPr>
        <p:spPr>
          <a:xfrm>
            <a:off x="1164025" y="1617575"/>
            <a:ext cx="2045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14" name="Google Shape;314;p35"/>
          <p:cNvSpPr txBox="1"/>
          <p:nvPr>
            <p:ph idx="1" type="subTitle"/>
          </p:nvPr>
        </p:nvSpPr>
        <p:spPr>
          <a:xfrm>
            <a:off x="1164075" y="2151959"/>
            <a:ext cx="2045700" cy="9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15" name="Google Shape;315;p35"/>
          <p:cNvSpPr txBox="1"/>
          <p:nvPr>
            <p:ph idx="3" type="title"/>
          </p:nvPr>
        </p:nvSpPr>
        <p:spPr>
          <a:xfrm>
            <a:off x="3549063" y="1617575"/>
            <a:ext cx="2045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16" name="Google Shape;316;p35"/>
          <p:cNvSpPr txBox="1"/>
          <p:nvPr>
            <p:ph idx="4" type="subTitle"/>
          </p:nvPr>
        </p:nvSpPr>
        <p:spPr>
          <a:xfrm>
            <a:off x="3549150" y="2151959"/>
            <a:ext cx="2045700" cy="9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17" name="Google Shape;317;p35"/>
          <p:cNvSpPr txBox="1"/>
          <p:nvPr>
            <p:ph idx="5" type="title"/>
          </p:nvPr>
        </p:nvSpPr>
        <p:spPr>
          <a:xfrm>
            <a:off x="5934100" y="1617575"/>
            <a:ext cx="2045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18" name="Google Shape;318;p35"/>
          <p:cNvSpPr txBox="1"/>
          <p:nvPr>
            <p:ph idx="6" type="subTitle"/>
          </p:nvPr>
        </p:nvSpPr>
        <p:spPr>
          <a:xfrm>
            <a:off x="5934225" y="2151959"/>
            <a:ext cx="2045700" cy="9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22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/>
          <p:cNvSpPr/>
          <p:nvPr/>
        </p:nvSpPr>
        <p:spPr>
          <a:xfrm flipH="1" rot="10285629">
            <a:off x="-7063092" y="-2367548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6"/>
          <p:cNvSpPr/>
          <p:nvPr/>
        </p:nvSpPr>
        <p:spPr>
          <a:xfrm>
            <a:off x="-4432130" y="1685938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6"/>
          <p:cNvSpPr/>
          <p:nvPr/>
        </p:nvSpPr>
        <p:spPr>
          <a:xfrm flipH="1" rot="-2839443">
            <a:off x="2550622" y="3252659"/>
            <a:ext cx="6402141" cy="5689181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6"/>
          <p:cNvSpPr/>
          <p:nvPr/>
        </p:nvSpPr>
        <p:spPr>
          <a:xfrm flipH="1" rot="-10305679">
            <a:off x="6458116" y="671626"/>
            <a:ext cx="7310080" cy="6849767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6"/>
          <p:cNvSpPr/>
          <p:nvPr/>
        </p:nvSpPr>
        <p:spPr>
          <a:xfrm flipH="1" rot="1478505">
            <a:off x="3777012" y="-1076247"/>
            <a:ext cx="7826136" cy="2877871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6"/>
          <p:cNvSpPr/>
          <p:nvPr/>
        </p:nvSpPr>
        <p:spPr>
          <a:xfrm rot="-9555841">
            <a:off x="-6505500" y="2494306"/>
            <a:ext cx="8200942" cy="301569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6"/>
          <p:cNvSpPr txBox="1"/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7" name="Google Shape;327;p36"/>
          <p:cNvSpPr txBox="1"/>
          <p:nvPr>
            <p:ph idx="2" type="title"/>
          </p:nvPr>
        </p:nvSpPr>
        <p:spPr>
          <a:xfrm>
            <a:off x="1164025" y="2912975"/>
            <a:ext cx="2045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28" name="Google Shape;328;p36"/>
          <p:cNvSpPr txBox="1"/>
          <p:nvPr>
            <p:ph idx="1" type="subTitle"/>
          </p:nvPr>
        </p:nvSpPr>
        <p:spPr>
          <a:xfrm>
            <a:off x="1164075" y="3447359"/>
            <a:ext cx="2045700" cy="9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29" name="Google Shape;329;p36"/>
          <p:cNvSpPr txBox="1"/>
          <p:nvPr>
            <p:ph idx="3" type="title"/>
          </p:nvPr>
        </p:nvSpPr>
        <p:spPr>
          <a:xfrm>
            <a:off x="3549063" y="2379575"/>
            <a:ext cx="2045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30" name="Google Shape;330;p36"/>
          <p:cNvSpPr txBox="1"/>
          <p:nvPr>
            <p:ph idx="4" type="subTitle"/>
          </p:nvPr>
        </p:nvSpPr>
        <p:spPr>
          <a:xfrm>
            <a:off x="3549150" y="2913959"/>
            <a:ext cx="2045700" cy="9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31" name="Google Shape;331;p36"/>
          <p:cNvSpPr txBox="1"/>
          <p:nvPr>
            <p:ph idx="5" type="title"/>
          </p:nvPr>
        </p:nvSpPr>
        <p:spPr>
          <a:xfrm>
            <a:off x="5934100" y="2912975"/>
            <a:ext cx="2045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32" name="Google Shape;332;p36"/>
          <p:cNvSpPr txBox="1"/>
          <p:nvPr>
            <p:ph idx="6" type="subTitle"/>
          </p:nvPr>
        </p:nvSpPr>
        <p:spPr>
          <a:xfrm>
            <a:off x="5934225" y="3447359"/>
            <a:ext cx="2045700" cy="9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34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"/>
          <p:cNvSpPr txBox="1"/>
          <p:nvPr>
            <p:ph type="title"/>
          </p:nvPr>
        </p:nvSpPr>
        <p:spPr>
          <a:xfrm>
            <a:off x="2077025" y="1518376"/>
            <a:ext cx="18150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35" name="Google Shape;335;p37"/>
          <p:cNvSpPr txBox="1"/>
          <p:nvPr>
            <p:ph idx="1" type="subTitle"/>
          </p:nvPr>
        </p:nvSpPr>
        <p:spPr>
          <a:xfrm>
            <a:off x="2077175" y="2063201"/>
            <a:ext cx="5909100" cy="4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36" name="Google Shape;336;p37"/>
          <p:cNvSpPr txBox="1"/>
          <p:nvPr>
            <p:ph idx="2" type="title"/>
          </p:nvPr>
        </p:nvSpPr>
        <p:spPr>
          <a:xfrm>
            <a:off x="2077027" y="2577126"/>
            <a:ext cx="18150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37" name="Google Shape;337;p37"/>
          <p:cNvSpPr txBox="1"/>
          <p:nvPr>
            <p:ph idx="3" type="subTitle"/>
          </p:nvPr>
        </p:nvSpPr>
        <p:spPr>
          <a:xfrm>
            <a:off x="2077350" y="3121951"/>
            <a:ext cx="5908800" cy="4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38" name="Google Shape;338;p37"/>
          <p:cNvSpPr txBox="1"/>
          <p:nvPr>
            <p:ph idx="4"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9" name="Google Shape;339;p37"/>
          <p:cNvSpPr/>
          <p:nvPr/>
        </p:nvSpPr>
        <p:spPr>
          <a:xfrm flipH="1" rot="10285629">
            <a:off x="-6531342" y="-2121798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7"/>
          <p:cNvSpPr/>
          <p:nvPr/>
        </p:nvSpPr>
        <p:spPr>
          <a:xfrm>
            <a:off x="-4516430" y="1004988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7"/>
          <p:cNvSpPr/>
          <p:nvPr/>
        </p:nvSpPr>
        <p:spPr>
          <a:xfrm flipH="1" rot="-2839443">
            <a:off x="877472" y="3220259"/>
            <a:ext cx="6402141" cy="5689181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7"/>
          <p:cNvSpPr/>
          <p:nvPr/>
        </p:nvSpPr>
        <p:spPr>
          <a:xfrm flipH="1" rot="-10305679">
            <a:off x="6411091" y="301976"/>
            <a:ext cx="7310080" cy="6849767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7"/>
          <p:cNvSpPr/>
          <p:nvPr/>
        </p:nvSpPr>
        <p:spPr>
          <a:xfrm flipH="1" rot="3278516">
            <a:off x="4649136" y="-366101"/>
            <a:ext cx="7826271" cy="2877921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7"/>
          <p:cNvSpPr/>
          <p:nvPr/>
        </p:nvSpPr>
        <p:spPr>
          <a:xfrm rot="-9555841">
            <a:off x="-6466450" y="2570506"/>
            <a:ext cx="8200942" cy="301569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7"/>
          <p:cNvSpPr txBox="1"/>
          <p:nvPr>
            <p:ph idx="5" type="title"/>
          </p:nvPr>
        </p:nvSpPr>
        <p:spPr>
          <a:xfrm>
            <a:off x="2077027" y="3635876"/>
            <a:ext cx="18150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46" name="Google Shape;346;p37"/>
          <p:cNvSpPr txBox="1"/>
          <p:nvPr>
            <p:ph idx="6" type="subTitle"/>
          </p:nvPr>
        </p:nvSpPr>
        <p:spPr>
          <a:xfrm>
            <a:off x="2077350" y="4180701"/>
            <a:ext cx="5908800" cy="4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8"/>
          <p:cNvSpPr/>
          <p:nvPr/>
        </p:nvSpPr>
        <p:spPr>
          <a:xfrm flipH="1" rot="4102360">
            <a:off x="-2512533" y="4030635"/>
            <a:ext cx="7471578" cy="477174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8"/>
          <p:cNvSpPr/>
          <p:nvPr/>
        </p:nvSpPr>
        <p:spPr>
          <a:xfrm rot="813319">
            <a:off x="-4129602" y="-17370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9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8"/>
          <p:cNvSpPr/>
          <p:nvPr/>
        </p:nvSpPr>
        <p:spPr>
          <a:xfrm flipH="1" rot="3394465">
            <a:off x="5593334" y="21714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8"/>
          <p:cNvSpPr/>
          <p:nvPr/>
        </p:nvSpPr>
        <p:spPr>
          <a:xfrm rot="-10285603">
            <a:off x="6336471" y="-2917283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8"/>
          <p:cNvSpPr/>
          <p:nvPr/>
        </p:nvSpPr>
        <p:spPr>
          <a:xfrm rot="-2238616">
            <a:off x="-4635728" y="470344"/>
            <a:ext cx="7826078" cy="2877850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8"/>
          <p:cNvSpPr txBox="1"/>
          <p:nvPr>
            <p:ph type="title"/>
          </p:nvPr>
        </p:nvSpPr>
        <p:spPr>
          <a:xfrm>
            <a:off x="5664001" y="1703625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54" name="Google Shape;354;p38"/>
          <p:cNvSpPr txBox="1"/>
          <p:nvPr>
            <p:ph idx="1" type="subTitle"/>
          </p:nvPr>
        </p:nvSpPr>
        <p:spPr>
          <a:xfrm>
            <a:off x="5664053" y="2135500"/>
            <a:ext cx="25086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55" name="Google Shape;355;p38"/>
          <p:cNvSpPr txBox="1"/>
          <p:nvPr>
            <p:ph idx="2" type="title"/>
          </p:nvPr>
        </p:nvSpPr>
        <p:spPr>
          <a:xfrm>
            <a:off x="5664001" y="3198000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56" name="Google Shape;356;p38"/>
          <p:cNvSpPr txBox="1"/>
          <p:nvPr>
            <p:ph idx="3" type="subTitle"/>
          </p:nvPr>
        </p:nvSpPr>
        <p:spPr>
          <a:xfrm>
            <a:off x="5664025" y="3629875"/>
            <a:ext cx="25086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57" name="Google Shape;357;p38"/>
          <p:cNvSpPr txBox="1"/>
          <p:nvPr>
            <p:ph idx="4" type="title"/>
          </p:nvPr>
        </p:nvSpPr>
        <p:spPr>
          <a:xfrm>
            <a:off x="1252726" y="1703625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58" name="Google Shape;358;p38"/>
          <p:cNvSpPr txBox="1"/>
          <p:nvPr>
            <p:ph idx="5" type="subTitle"/>
          </p:nvPr>
        </p:nvSpPr>
        <p:spPr>
          <a:xfrm>
            <a:off x="971503" y="2135500"/>
            <a:ext cx="25086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59" name="Google Shape;359;p38"/>
          <p:cNvSpPr txBox="1"/>
          <p:nvPr>
            <p:ph idx="6" type="title"/>
          </p:nvPr>
        </p:nvSpPr>
        <p:spPr>
          <a:xfrm>
            <a:off x="1252726" y="3198000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60" name="Google Shape;360;p38"/>
          <p:cNvSpPr txBox="1"/>
          <p:nvPr>
            <p:ph idx="7" type="subTitle"/>
          </p:nvPr>
        </p:nvSpPr>
        <p:spPr>
          <a:xfrm>
            <a:off x="971475" y="3629875"/>
            <a:ext cx="25086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61" name="Google Shape;361;p38"/>
          <p:cNvSpPr txBox="1"/>
          <p:nvPr>
            <p:ph idx="8"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5_1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9"/>
          <p:cNvSpPr/>
          <p:nvPr/>
        </p:nvSpPr>
        <p:spPr>
          <a:xfrm flipH="1" rot="3394465">
            <a:off x="5593334" y="21714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9"/>
          <p:cNvSpPr/>
          <p:nvPr/>
        </p:nvSpPr>
        <p:spPr>
          <a:xfrm rot="-10285603">
            <a:off x="5869521" y="-2917283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9"/>
          <p:cNvSpPr txBox="1"/>
          <p:nvPr>
            <p:ph type="title"/>
          </p:nvPr>
        </p:nvSpPr>
        <p:spPr>
          <a:xfrm flipH="1">
            <a:off x="3993600" y="437700"/>
            <a:ext cx="44109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66" name="Google Shape;366;p39"/>
          <p:cNvSpPr txBox="1"/>
          <p:nvPr>
            <p:ph idx="2" type="title"/>
          </p:nvPr>
        </p:nvSpPr>
        <p:spPr>
          <a:xfrm>
            <a:off x="4157088" y="2211700"/>
            <a:ext cx="1454400" cy="9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67" name="Google Shape;367;p39"/>
          <p:cNvSpPr txBox="1"/>
          <p:nvPr>
            <p:ph idx="1" type="subTitle"/>
          </p:nvPr>
        </p:nvSpPr>
        <p:spPr>
          <a:xfrm>
            <a:off x="5964350" y="2211700"/>
            <a:ext cx="2440500" cy="9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68" name="Google Shape;368;p39"/>
          <p:cNvSpPr txBox="1"/>
          <p:nvPr>
            <p:ph idx="3" type="title"/>
          </p:nvPr>
        </p:nvSpPr>
        <p:spPr>
          <a:xfrm>
            <a:off x="4157088" y="3465525"/>
            <a:ext cx="1454400" cy="9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69" name="Google Shape;369;p39"/>
          <p:cNvSpPr txBox="1"/>
          <p:nvPr>
            <p:ph idx="4" type="subTitle"/>
          </p:nvPr>
        </p:nvSpPr>
        <p:spPr>
          <a:xfrm>
            <a:off x="5964350" y="3465525"/>
            <a:ext cx="2440500" cy="9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24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0"/>
          <p:cNvSpPr/>
          <p:nvPr/>
        </p:nvSpPr>
        <p:spPr>
          <a:xfrm rot="-4102360">
            <a:off x="4113422" y="4765435"/>
            <a:ext cx="7471578" cy="477174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40"/>
          <p:cNvSpPr/>
          <p:nvPr/>
        </p:nvSpPr>
        <p:spPr>
          <a:xfrm flipH="1" rot="-813319">
            <a:off x="7043160" y="-1608948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9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0"/>
          <p:cNvSpPr/>
          <p:nvPr/>
        </p:nvSpPr>
        <p:spPr>
          <a:xfrm rot="-3394465">
            <a:off x="-4084285" y="336016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40"/>
          <p:cNvSpPr/>
          <p:nvPr/>
        </p:nvSpPr>
        <p:spPr>
          <a:xfrm flipH="1" rot="10285603">
            <a:off x="-4881689" y="-1508408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0"/>
          <p:cNvSpPr/>
          <p:nvPr/>
        </p:nvSpPr>
        <p:spPr>
          <a:xfrm flipH="1" rot="6738480">
            <a:off x="5484634" y="1473878"/>
            <a:ext cx="7826261" cy="287791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40"/>
          <p:cNvSpPr txBox="1"/>
          <p:nvPr>
            <p:ph type="title"/>
          </p:nvPr>
        </p:nvSpPr>
        <p:spPr>
          <a:xfrm>
            <a:off x="4633263" y="2692525"/>
            <a:ext cx="17886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77" name="Google Shape;377;p40"/>
          <p:cNvSpPr txBox="1"/>
          <p:nvPr>
            <p:ph idx="1" type="subTitle"/>
          </p:nvPr>
        </p:nvSpPr>
        <p:spPr>
          <a:xfrm>
            <a:off x="4633297" y="3124400"/>
            <a:ext cx="1788600" cy="8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78" name="Google Shape;378;p40"/>
          <p:cNvSpPr txBox="1"/>
          <p:nvPr>
            <p:ph idx="2" type="title"/>
          </p:nvPr>
        </p:nvSpPr>
        <p:spPr>
          <a:xfrm>
            <a:off x="6544613" y="2692525"/>
            <a:ext cx="17886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79" name="Google Shape;379;p40"/>
          <p:cNvSpPr txBox="1"/>
          <p:nvPr>
            <p:ph idx="3" type="subTitle"/>
          </p:nvPr>
        </p:nvSpPr>
        <p:spPr>
          <a:xfrm>
            <a:off x="6544625" y="3124400"/>
            <a:ext cx="1788600" cy="8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80" name="Google Shape;380;p40"/>
          <p:cNvSpPr txBox="1"/>
          <p:nvPr>
            <p:ph idx="4" type="title"/>
          </p:nvPr>
        </p:nvSpPr>
        <p:spPr>
          <a:xfrm>
            <a:off x="2721863" y="2692525"/>
            <a:ext cx="17886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81" name="Google Shape;381;p40"/>
          <p:cNvSpPr txBox="1"/>
          <p:nvPr>
            <p:ph idx="5" type="subTitle"/>
          </p:nvPr>
        </p:nvSpPr>
        <p:spPr>
          <a:xfrm>
            <a:off x="2722019" y="3124400"/>
            <a:ext cx="1788600" cy="8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82" name="Google Shape;382;p40"/>
          <p:cNvSpPr txBox="1"/>
          <p:nvPr>
            <p:ph idx="6" type="title"/>
          </p:nvPr>
        </p:nvSpPr>
        <p:spPr>
          <a:xfrm>
            <a:off x="810613" y="2692525"/>
            <a:ext cx="17886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83" name="Google Shape;383;p40"/>
          <p:cNvSpPr txBox="1"/>
          <p:nvPr>
            <p:ph idx="7" type="subTitle"/>
          </p:nvPr>
        </p:nvSpPr>
        <p:spPr>
          <a:xfrm>
            <a:off x="810750" y="3124400"/>
            <a:ext cx="1788600" cy="8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84" name="Google Shape;384;p40"/>
          <p:cNvSpPr txBox="1"/>
          <p:nvPr>
            <p:ph idx="8"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1"/>
          <p:cNvSpPr/>
          <p:nvPr/>
        </p:nvSpPr>
        <p:spPr>
          <a:xfrm rot="-10285629">
            <a:off x="6057524" y="-2124373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1"/>
          <p:cNvSpPr/>
          <p:nvPr/>
        </p:nvSpPr>
        <p:spPr>
          <a:xfrm flipH="1">
            <a:off x="7942003" y="1004988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1"/>
          <p:cNvSpPr/>
          <p:nvPr/>
        </p:nvSpPr>
        <p:spPr>
          <a:xfrm rot="2839443">
            <a:off x="-308418" y="2442034"/>
            <a:ext cx="6402141" cy="5689181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41"/>
          <p:cNvSpPr/>
          <p:nvPr/>
        </p:nvSpPr>
        <p:spPr>
          <a:xfrm rot="9405665">
            <a:off x="-5036390" y="1932081"/>
            <a:ext cx="7310152" cy="6849835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41"/>
          <p:cNvSpPr/>
          <p:nvPr/>
        </p:nvSpPr>
        <p:spPr>
          <a:xfrm rot="-1478505">
            <a:off x="-435239" y="-2304911"/>
            <a:ext cx="7826136" cy="2877871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1"/>
          <p:cNvSpPr/>
          <p:nvPr/>
        </p:nvSpPr>
        <p:spPr>
          <a:xfrm flipH="1" rot="9555841">
            <a:off x="8042252" y="1808506"/>
            <a:ext cx="8200942" cy="301569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41"/>
          <p:cNvSpPr txBox="1"/>
          <p:nvPr>
            <p:ph type="title"/>
          </p:nvPr>
        </p:nvSpPr>
        <p:spPr>
          <a:xfrm>
            <a:off x="1465625" y="1627425"/>
            <a:ext cx="2746500" cy="4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93" name="Google Shape;393;p41"/>
          <p:cNvSpPr txBox="1"/>
          <p:nvPr>
            <p:ph idx="1" type="subTitle"/>
          </p:nvPr>
        </p:nvSpPr>
        <p:spPr>
          <a:xfrm>
            <a:off x="1465675" y="2087600"/>
            <a:ext cx="2746500" cy="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94" name="Google Shape;394;p41"/>
          <p:cNvSpPr txBox="1"/>
          <p:nvPr>
            <p:ph idx="2" type="title"/>
          </p:nvPr>
        </p:nvSpPr>
        <p:spPr>
          <a:xfrm>
            <a:off x="1465625" y="2665450"/>
            <a:ext cx="2746500" cy="4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95" name="Google Shape;395;p41"/>
          <p:cNvSpPr txBox="1"/>
          <p:nvPr>
            <p:ph idx="3" type="subTitle"/>
          </p:nvPr>
        </p:nvSpPr>
        <p:spPr>
          <a:xfrm>
            <a:off x="1465675" y="3124625"/>
            <a:ext cx="2746500" cy="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96" name="Google Shape;396;p41"/>
          <p:cNvSpPr txBox="1"/>
          <p:nvPr>
            <p:ph idx="4" type="title"/>
          </p:nvPr>
        </p:nvSpPr>
        <p:spPr>
          <a:xfrm>
            <a:off x="1465625" y="3703475"/>
            <a:ext cx="2746500" cy="4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97" name="Google Shape;397;p41"/>
          <p:cNvSpPr txBox="1"/>
          <p:nvPr>
            <p:ph idx="5" type="subTitle"/>
          </p:nvPr>
        </p:nvSpPr>
        <p:spPr>
          <a:xfrm>
            <a:off x="1465675" y="4162650"/>
            <a:ext cx="2746500" cy="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98" name="Google Shape;398;p41"/>
          <p:cNvSpPr txBox="1"/>
          <p:nvPr>
            <p:ph idx="6" type="title"/>
          </p:nvPr>
        </p:nvSpPr>
        <p:spPr>
          <a:xfrm>
            <a:off x="5348850" y="1627425"/>
            <a:ext cx="2746500" cy="4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99" name="Google Shape;399;p41"/>
          <p:cNvSpPr txBox="1"/>
          <p:nvPr>
            <p:ph idx="7" type="subTitle"/>
          </p:nvPr>
        </p:nvSpPr>
        <p:spPr>
          <a:xfrm>
            <a:off x="5348900" y="2087600"/>
            <a:ext cx="2746500" cy="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00" name="Google Shape;400;p41"/>
          <p:cNvSpPr txBox="1"/>
          <p:nvPr>
            <p:ph idx="8" type="title"/>
          </p:nvPr>
        </p:nvSpPr>
        <p:spPr>
          <a:xfrm>
            <a:off x="5348850" y="2665450"/>
            <a:ext cx="2746500" cy="4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01" name="Google Shape;401;p41"/>
          <p:cNvSpPr txBox="1"/>
          <p:nvPr>
            <p:ph idx="9" type="subTitle"/>
          </p:nvPr>
        </p:nvSpPr>
        <p:spPr>
          <a:xfrm>
            <a:off x="5348900" y="3124625"/>
            <a:ext cx="2746500" cy="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02" name="Google Shape;402;p41"/>
          <p:cNvSpPr txBox="1"/>
          <p:nvPr>
            <p:ph idx="13" type="title"/>
          </p:nvPr>
        </p:nvSpPr>
        <p:spPr>
          <a:xfrm>
            <a:off x="5348850" y="3703475"/>
            <a:ext cx="2746500" cy="4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03" name="Google Shape;403;p41"/>
          <p:cNvSpPr txBox="1"/>
          <p:nvPr>
            <p:ph idx="14" type="subTitle"/>
          </p:nvPr>
        </p:nvSpPr>
        <p:spPr>
          <a:xfrm>
            <a:off x="5348900" y="4162650"/>
            <a:ext cx="2746500" cy="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04" name="Google Shape;404;p41"/>
          <p:cNvSpPr txBox="1"/>
          <p:nvPr>
            <p:ph idx="15"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7_1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2"/>
          <p:cNvSpPr/>
          <p:nvPr/>
        </p:nvSpPr>
        <p:spPr>
          <a:xfrm flipH="1" rot="9339447">
            <a:off x="-5157706" y="2195120"/>
            <a:ext cx="7471555" cy="4771732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42"/>
          <p:cNvSpPr/>
          <p:nvPr/>
        </p:nvSpPr>
        <p:spPr>
          <a:xfrm rot="-10285603">
            <a:off x="7150321" y="-2266383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42"/>
          <p:cNvSpPr/>
          <p:nvPr/>
        </p:nvSpPr>
        <p:spPr>
          <a:xfrm rot="649785">
            <a:off x="6848027" y="-244025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42"/>
          <p:cNvSpPr/>
          <p:nvPr/>
        </p:nvSpPr>
        <p:spPr>
          <a:xfrm rot="813319">
            <a:off x="-4299402" y="-47175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2"/>
          <p:cNvSpPr/>
          <p:nvPr/>
        </p:nvSpPr>
        <p:spPr>
          <a:xfrm rot="9089871">
            <a:off x="7049951" y="1893780"/>
            <a:ext cx="7826200" cy="2877895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42"/>
          <p:cNvSpPr/>
          <p:nvPr/>
        </p:nvSpPr>
        <p:spPr>
          <a:xfrm rot="-576017">
            <a:off x="-4825529" y="-672274"/>
            <a:ext cx="7826074" cy="287784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2"/>
          <p:cNvSpPr txBox="1"/>
          <p:nvPr>
            <p:ph type="title"/>
          </p:nvPr>
        </p:nvSpPr>
        <p:spPr>
          <a:xfrm>
            <a:off x="721076" y="1932225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13" name="Google Shape;413;p42"/>
          <p:cNvSpPr txBox="1"/>
          <p:nvPr>
            <p:ph idx="1" type="subTitle"/>
          </p:nvPr>
        </p:nvSpPr>
        <p:spPr>
          <a:xfrm>
            <a:off x="721125" y="2287900"/>
            <a:ext cx="2227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14" name="Google Shape;414;p42"/>
          <p:cNvSpPr txBox="1"/>
          <p:nvPr>
            <p:ph idx="2" type="title"/>
          </p:nvPr>
        </p:nvSpPr>
        <p:spPr>
          <a:xfrm>
            <a:off x="721076" y="3841025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15" name="Google Shape;415;p42"/>
          <p:cNvSpPr txBox="1"/>
          <p:nvPr>
            <p:ph idx="3" type="subTitle"/>
          </p:nvPr>
        </p:nvSpPr>
        <p:spPr>
          <a:xfrm>
            <a:off x="721100" y="4196700"/>
            <a:ext cx="2227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16" name="Google Shape;416;p42"/>
          <p:cNvSpPr txBox="1"/>
          <p:nvPr>
            <p:ph idx="4" type="title"/>
          </p:nvPr>
        </p:nvSpPr>
        <p:spPr>
          <a:xfrm>
            <a:off x="3458376" y="1932225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17" name="Google Shape;417;p42"/>
          <p:cNvSpPr txBox="1"/>
          <p:nvPr>
            <p:ph idx="5" type="subTitle"/>
          </p:nvPr>
        </p:nvSpPr>
        <p:spPr>
          <a:xfrm>
            <a:off x="3458425" y="2287900"/>
            <a:ext cx="2227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18" name="Google Shape;418;p42"/>
          <p:cNvSpPr txBox="1"/>
          <p:nvPr>
            <p:ph idx="6" type="title"/>
          </p:nvPr>
        </p:nvSpPr>
        <p:spPr>
          <a:xfrm>
            <a:off x="3458376" y="3841025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19" name="Google Shape;419;p42"/>
          <p:cNvSpPr txBox="1"/>
          <p:nvPr>
            <p:ph idx="7" type="subTitle"/>
          </p:nvPr>
        </p:nvSpPr>
        <p:spPr>
          <a:xfrm>
            <a:off x="3458400" y="4196700"/>
            <a:ext cx="2227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20" name="Google Shape;420;p42"/>
          <p:cNvSpPr txBox="1"/>
          <p:nvPr>
            <p:ph idx="8" type="title"/>
          </p:nvPr>
        </p:nvSpPr>
        <p:spPr>
          <a:xfrm>
            <a:off x="6195726" y="1932225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21" name="Google Shape;421;p42"/>
          <p:cNvSpPr txBox="1"/>
          <p:nvPr>
            <p:ph idx="9" type="subTitle"/>
          </p:nvPr>
        </p:nvSpPr>
        <p:spPr>
          <a:xfrm>
            <a:off x="6195775" y="2287900"/>
            <a:ext cx="2227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22" name="Google Shape;422;p42"/>
          <p:cNvSpPr txBox="1"/>
          <p:nvPr>
            <p:ph idx="13" type="title"/>
          </p:nvPr>
        </p:nvSpPr>
        <p:spPr>
          <a:xfrm>
            <a:off x="6195726" y="3841025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23" name="Google Shape;423;p42"/>
          <p:cNvSpPr txBox="1"/>
          <p:nvPr>
            <p:ph idx="14" type="subTitle"/>
          </p:nvPr>
        </p:nvSpPr>
        <p:spPr>
          <a:xfrm>
            <a:off x="6195750" y="4196700"/>
            <a:ext cx="2227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24" name="Google Shape;424;p42"/>
          <p:cNvSpPr txBox="1"/>
          <p:nvPr>
            <p:ph idx="15"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2">
  <p:cSld name="CUSTOM_27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3"/>
          <p:cNvSpPr/>
          <p:nvPr/>
        </p:nvSpPr>
        <p:spPr>
          <a:xfrm rot="-9339447">
            <a:off x="6847042" y="2970420"/>
            <a:ext cx="7471555" cy="4771732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3"/>
          <p:cNvSpPr/>
          <p:nvPr/>
        </p:nvSpPr>
        <p:spPr>
          <a:xfrm flipH="1" rot="10285603">
            <a:off x="-5277715" y="-2464108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3"/>
          <p:cNvSpPr/>
          <p:nvPr/>
        </p:nvSpPr>
        <p:spPr>
          <a:xfrm flipH="1" rot="-649785">
            <a:off x="-4089159" y="1056050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3"/>
          <p:cNvSpPr/>
          <p:nvPr/>
        </p:nvSpPr>
        <p:spPr>
          <a:xfrm flipH="1" rot="-813319">
            <a:off x="7695609" y="-352217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43"/>
          <p:cNvSpPr/>
          <p:nvPr/>
        </p:nvSpPr>
        <p:spPr>
          <a:xfrm flipH="1" rot="-9089871">
            <a:off x="-5596635" y="1893780"/>
            <a:ext cx="7826200" cy="2877895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43"/>
          <p:cNvSpPr/>
          <p:nvPr/>
        </p:nvSpPr>
        <p:spPr>
          <a:xfrm flipH="1" rot="1476017">
            <a:off x="6812373" y="775527"/>
            <a:ext cx="7826071" cy="287784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3"/>
          <p:cNvSpPr txBox="1"/>
          <p:nvPr>
            <p:ph type="title"/>
          </p:nvPr>
        </p:nvSpPr>
        <p:spPr>
          <a:xfrm>
            <a:off x="1242888" y="1932225"/>
            <a:ext cx="1874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33" name="Google Shape;433;p43"/>
          <p:cNvSpPr txBox="1"/>
          <p:nvPr>
            <p:ph idx="1" type="subTitle"/>
          </p:nvPr>
        </p:nvSpPr>
        <p:spPr>
          <a:xfrm>
            <a:off x="1242930" y="2287900"/>
            <a:ext cx="18747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34" name="Google Shape;434;p43"/>
          <p:cNvSpPr txBox="1"/>
          <p:nvPr>
            <p:ph idx="2" type="title"/>
          </p:nvPr>
        </p:nvSpPr>
        <p:spPr>
          <a:xfrm>
            <a:off x="1242889" y="3588576"/>
            <a:ext cx="1874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35" name="Google Shape;435;p43"/>
          <p:cNvSpPr txBox="1"/>
          <p:nvPr>
            <p:ph idx="3" type="subTitle"/>
          </p:nvPr>
        </p:nvSpPr>
        <p:spPr>
          <a:xfrm>
            <a:off x="1242909" y="3944251"/>
            <a:ext cx="18747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36" name="Google Shape;436;p43"/>
          <p:cNvSpPr txBox="1"/>
          <p:nvPr>
            <p:ph idx="4" type="title"/>
          </p:nvPr>
        </p:nvSpPr>
        <p:spPr>
          <a:xfrm>
            <a:off x="3973163" y="1932225"/>
            <a:ext cx="1874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37" name="Google Shape;437;p43"/>
          <p:cNvSpPr txBox="1"/>
          <p:nvPr>
            <p:ph idx="5" type="subTitle"/>
          </p:nvPr>
        </p:nvSpPr>
        <p:spPr>
          <a:xfrm>
            <a:off x="3973205" y="2287900"/>
            <a:ext cx="18747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38" name="Google Shape;438;p43"/>
          <p:cNvSpPr txBox="1"/>
          <p:nvPr>
            <p:ph idx="6" type="title"/>
          </p:nvPr>
        </p:nvSpPr>
        <p:spPr>
          <a:xfrm>
            <a:off x="3973164" y="3588576"/>
            <a:ext cx="1874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39" name="Google Shape;439;p43"/>
          <p:cNvSpPr txBox="1"/>
          <p:nvPr>
            <p:ph idx="7" type="subTitle"/>
          </p:nvPr>
        </p:nvSpPr>
        <p:spPr>
          <a:xfrm>
            <a:off x="3973184" y="3944251"/>
            <a:ext cx="18747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40" name="Google Shape;440;p43"/>
          <p:cNvSpPr txBox="1"/>
          <p:nvPr>
            <p:ph idx="8" type="title"/>
          </p:nvPr>
        </p:nvSpPr>
        <p:spPr>
          <a:xfrm>
            <a:off x="6703489" y="1932225"/>
            <a:ext cx="1874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41" name="Google Shape;441;p43"/>
          <p:cNvSpPr txBox="1"/>
          <p:nvPr>
            <p:ph idx="9" type="subTitle"/>
          </p:nvPr>
        </p:nvSpPr>
        <p:spPr>
          <a:xfrm>
            <a:off x="6703530" y="2287900"/>
            <a:ext cx="18747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42" name="Google Shape;442;p43"/>
          <p:cNvSpPr txBox="1"/>
          <p:nvPr>
            <p:ph idx="13" type="title"/>
          </p:nvPr>
        </p:nvSpPr>
        <p:spPr>
          <a:xfrm>
            <a:off x="6703489" y="3588576"/>
            <a:ext cx="1874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43" name="Google Shape;443;p43"/>
          <p:cNvSpPr txBox="1"/>
          <p:nvPr>
            <p:ph idx="14" type="subTitle"/>
          </p:nvPr>
        </p:nvSpPr>
        <p:spPr>
          <a:xfrm>
            <a:off x="6703509" y="3944251"/>
            <a:ext cx="18747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44" name="Google Shape;444;p43"/>
          <p:cNvSpPr txBox="1"/>
          <p:nvPr>
            <p:ph idx="15"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4"/>
          <p:cNvSpPr/>
          <p:nvPr/>
        </p:nvSpPr>
        <p:spPr>
          <a:xfrm rot="813319">
            <a:off x="-2477752" y="-30743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44"/>
          <p:cNvSpPr/>
          <p:nvPr/>
        </p:nvSpPr>
        <p:spPr>
          <a:xfrm flipH="1" rot="3394465">
            <a:off x="3077084" y="34332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44"/>
          <p:cNvSpPr/>
          <p:nvPr/>
        </p:nvSpPr>
        <p:spPr>
          <a:xfrm>
            <a:off x="5315177" y="-12434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44"/>
          <p:cNvSpPr/>
          <p:nvPr/>
        </p:nvSpPr>
        <p:spPr>
          <a:xfrm rot="3406877">
            <a:off x="3098060" y="-32126"/>
            <a:ext cx="7826090" cy="2877855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4"/>
          <p:cNvSpPr/>
          <p:nvPr/>
        </p:nvSpPr>
        <p:spPr>
          <a:xfrm flipH="1" rot="-649760">
            <a:off x="7075142" y="-713258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44"/>
          <p:cNvSpPr/>
          <p:nvPr/>
        </p:nvSpPr>
        <p:spPr>
          <a:xfrm rot="-10285603">
            <a:off x="-4701904" y="2889692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44"/>
          <p:cNvSpPr txBox="1"/>
          <p:nvPr>
            <p:ph hasCustomPrompt="1" type="title"/>
          </p:nvPr>
        </p:nvSpPr>
        <p:spPr>
          <a:xfrm>
            <a:off x="723300" y="751975"/>
            <a:ext cx="4696800" cy="132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53" name="Google Shape;453;p44"/>
          <p:cNvSpPr txBox="1"/>
          <p:nvPr>
            <p:ph idx="1" type="subTitle"/>
          </p:nvPr>
        </p:nvSpPr>
        <p:spPr>
          <a:xfrm>
            <a:off x="723300" y="2038177"/>
            <a:ext cx="4696800" cy="5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54" name="Google Shape;454;p44"/>
          <p:cNvSpPr txBox="1"/>
          <p:nvPr>
            <p:ph hasCustomPrompt="1" idx="2" type="title"/>
          </p:nvPr>
        </p:nvSpPr>
        <p:spPr>
          <a:xfrm>
            <a:off x="723300" y="2598825"/>
            <a:ext cx="4696800" cy="132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55" name="Google Shape;455;p44"/>
          <p:cNvSpPr txBox="1"/>
          <p:nvPr>
            <p:ph idx="3" type="subTitle"/>
          </p:nvPr>
        </p:nvSpPr>
        <p:spPr>
          <a:xfrm>
            <a:off x="723300" y="3889928"/>
            <a:ext cx="4696800" cy="5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29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5"/>
          <p:cNvSpPr/>
          <p:nvPr/>
        </p:nvSpPr>
        <p:spPr>
          <a:xfrm flipH="1" rot="-813319">
            <a:off x="4461871" y="-38204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45"/>
          <p:cNvSpPr/>
          <p:nvPr/>
        </p:nvSpPr>
        <p:spPr>
          <a:xfrm rot="-3394465">
            <a:off x="-4415599" y="34332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45"/>
          <p:cNvSpPr/>
          <p:nvPr/>
        </p:nvSpPr>
        <p:spPr>
          <a:xfrm flipH="1">
            <a:off x="-3718816" y="-232974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45"/>
          <p:cNvSpPr/>
          <p:nvPr/>
        </p:nvSpPr>
        <p:spPr>
          <a:xfrm flipH="1" rot="-3406877">
            <a:off x="4741603" y="2701799"/>
            <a:ext cx="7826090" cy="2877855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45"/>
          <p:cNvSpPr/>
          <p:nvPr/>
        </p:nvSpPr>
        <p:spPr>
          <a:xfrm rot="649760">
            <a:off x="-3160798" y="3729042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45"/>
          <p:cNvSpPr/>
          <p:nvPr/>
        </p:nvSpPr>
        <p:spPr>
          <a:xfrm flipH="1" rot="10285603">
            <a:off x="4594972" y="2889692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45"/>
          <p:cNvSpPr txBox="1"/>
          <p:nvPr>
            <p:ph hasCustomPrompt="1" type="title"/>
          </p:nvPr>
        </p:nvSpPr>
        <p:spPr>
          <a:xfrm>
            <a:off x="2223600" y="539500"/>
            <a:ext cx="4696800" cy="85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64" name="Google Shape;464;p45"/>
          <p:cNvSpPr txBox="1"/>
          <p:nvPr>
            <p:ph idx="1" type="subTitle"/>
          </p:nvPr>
        </p:nvSpPr>
        <p:spPr>
          <a:xfrm>
            <a:off x="2223600" y="1437838"/>
            <a:ext cx="4696800" cy="3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65" name="Google Shape;465;p45"/>
          <p:cNvSpPr txBox="1"/>
          <p:nvPr>
            <p:ph hasCustomPrompt="1" idx="2" type="title"/>
          </p:nvPr>
        </p:nvSpPr>
        <p:spPr>
          <a:xfrm>
            <a:off x="2223600" y="3354350"/>
            <a:ext cx="4696800" cy="85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66" name="Google Shape;466;p45"/>
          <p:cNvSpPr txBox="1"/>
          <p:nvPr>
            <p:ph idx="3" type="subTitle"/>
          </p:nvPr>
        </p:nvSpPr>
        <p:spPr>
          <a:xfrm>
            <a:off x="2223600" y="4257426"/>
            <a:ext cx="4696800" cy="3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67" name="Google Shape;467;p45"/>
          <p:cNvSpPr txBox="1"/>
          <p:nvPr>
            <p:ph hasCustomPrompt="1" idx="4" type="title"/>
          </p:nvPr>
        </p:nvSpPr>
        <p:spPr>
          <a:xfrm>
            <a:off x="2223600" y="1944550"/>
            <a:ext cx="4696800" cy="85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68" name="Google Shape;468;p45"/>
          <p:cNvSpPr txBox="1"/>
          <p:nvPr>
            <p:ph idx="5" type="subTitle"/>
          </p:nvPr>
        </p:nvSpPr>
        <p:spPr>
          <a:xfrm>
            <a:off x="2223600" y="2847626"/>
            <a:ext cx="4696800" cy="3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8_1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6"/>
          <p:cNvSpPr/>
          <p:nvPr/>
        </p:nvSpPr>
        <p:spPr>
          <a:xfrm rot="-3394465">
            <a:off x="-2929870" y="34332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6"/>
          <p:cNvSpPr/>
          <p:nvPr/>
        </p:nvSpPr>
        <p:spPr>
          <a:xfrm flipH="1">
            <a:off x="-4081962" y="-12434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46"/>
          <p:cNvSpPr/>
          <p:nvPr/>
        </p:nvSpPr>
        <p:spPr>
          <a:xfrm flipH="1" rot="-3952094">
            <a:off x="-3954406" y="-32116"/>
            <a:ext cx="7826127" cy="287786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46"/>
          <p:cNvSpPr/>
          <p:nvPr/>
        </p:nvSpPr>
        <p:spPr>
          <a:xfrm rot="649760">
            <a:off x="-3199069" y="-713258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46"/>
          <p:cNvSpPr/>
          <p:nvPr/>
        </p:nvSpPr>
        <p:spPr>
          <a:xfrm flipH="1" rot="-813319">
            <a:off x="4926200" y="-30743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46"/>
          <p:cNvSpPr/>
          <p:nvPr/>
        </p:nvSpPr>
        <p:spPr>
          <a:xfrm flipH="1" rot="10285603">
            <a:off x="6080701" y="3752842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46"/>
          <p:cNvSpPr/>
          <p:nvPr/>
        </p:nvSpPr>
        <p:spPr>
          <a:xfrm flipH="1" rot="7426355">
            <a:off x="6582052" y="1132830"/>
            <a:ext cx="7826046" cy="287783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6"/>
          <p:cNvSpPr txBox="1"/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78" name="Google Shape;478;p46"/>
          <p:cNvSpPr txBox="1"/>
          <p:nvPr>
            <p:ph idx="2" type="title"/>
          </p:nvPr>
        </p:nvSpPr>
        <p:spPr>
          <a:xfrm>
            <a:off x="872476" y="1425413"/>
            <a:ext cx="23052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79" name="Google Shape;479;p46"/>
          <p:cNvSpPr txBox="1"/>
          <p:nvPr>
            <p:ph idx="1" type="subTitle"/>
          </p:nvPr>
        </p:nvSpPr>
        <p:spPr>
          <a:xfrm>
            <a:off x="872475" y="3674675"/>
            <a:ext cx="2305200" cy="9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80" name="Google Shape;480;p46"/>
          <p:cNvSpPr txBox="1"/>
          <p:nvPr>
            <p:ph idx="3" type="title"/>
          </p:nvPr>
        </p:nvSpPr>
        <p:spPr>
          <a:xfrm>
            <a:off x="3498100" y="1425413"/>
            <a:ext cx="21477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81" name="Google Shape;481;p46"/>
          <p:cNvSpPr txBox="1"/>
          <p:nvPr>
            <p:ph idx="4" type="subTitle"/>
          </p:nvPr>
        </p:nvSpPr>
        <p:spPr>
          <a:xfrm>
            <a:off x="3498101" y="3674675"/>
            <a:ext cx="2147700" cy="9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82" name="Google Shape;482;p46"/>
          <p:cNvSpPr txBox="1"/>
          <p:nvPr>
            <p:ph idx="5" type="title"/>
          </p:nvPr>
        </p:nvSpPr>
        <p:spPr>
          <a:xfrm>
            <a:off x="5966121" y="1425413"/>
            <a:ext cx="23055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83" name="Google Shape;483;p46"/>
          <p:cNvSpPr txBox="1"/>
          <p:nvPr>
            <p:ph idx="6" type="subTitle"/>
          </p:nvPr>
        </p:nvSpPr>
        <p:spPr>
          <a:xfrm>
            <a:off x="5966125" y="3674675"/>
            <a:ext cx="2305500" cy="9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84" name="Google Shape;484;p46"/>
          <p:cNvSpPr txBox="1"/>
          <p:nvPr>
            <p:ph hasCustomPrompt="1" idx="7" type="title"/>
          </p:nvPr>
        </p:nvSpPr>
        <p:spPr>
          <a:xfrm>
            <a:off x="1573073" y="2523644"/>
            <a:ext cx="8982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5" name="Google Shape;485;p46"/>
          <p:cNvSpPr txBox="1"/>
          <p:nvPr>
            <p:ph hasCustomPrompt="1" idx="8" type="title"/>
          </p:nvPr>
        </p:nvSpPr>
        <p:spPr>
          <a:xfrm>
            <a:off x="4123139" y="2518934"/>
            <a:ext cx="8982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6" name="Google Shape;486;p46"/>
          <p:cNvSpPr txBox="1"/>
          <p:nvPr>
            <p:ph hasCustomPrompt="1" idx="9" type="title"/>
          </p:nvPr>
        </p:nvSpPr>
        <p:spPr>
          <a:xfrm>
            <a:off x="6672769" y="2523644"/>
            <a:ext cx="8982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3">
  <p:cSld name="CUSTOM_30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7"/>
          <p:cNvSpPr/>
          <p:nvPr/>
        </p:nvSpPr>
        <p:spPr>
          <a:xfrm rot="7405535">
            <a:off x="3401384" y="-4181093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47"/>
          <p:cNvSpPr/>
          <p:nvPr/>
        </p:nvSpPr>
        <p:spPr>
          <a:xfrm flipH="1" rot="10800000">
            <a:off x="6191327" y="657454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47"/>
          <p:cNvSpPr/>
          <p:nvPr/>
        </p:nvSpPr>
        <p:spPr>
          <a:xfrm flipH="1" rot="6847906">
            <a:off x="5303136" y="1964597"/>
            <a:ext cx="7826127" cy="287786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47"/>
          <p:cNvSpPr/>
          <p:nvPr/>
        </p:nvSpPr>
        <p:spPr>
          <a:xfrm rot="-10150240">
            <a:off x="7399442" y="4033234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47"/>
          <p:cNvSpPr/>
          <p:nvPr/>
        </p:nvSpPr>
        <p:spPr>
          <a:xfrm flipH="1" rot="9986681">
            <a:off x="-2153452" y="2195519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7"/>
          <p:cNvSpPr/>
          <p:nvPr/>
        </p:nvSpPr>
        <p:spPr>
          <a:xfrm flipH="1" rot="-514397">
            <a:off x="-4377604" y="-3714358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47"/>
          <p:cNvSpPr/>
          <p:nvPr/>
        </p:nvSpPr>
        <p:spPr>
          <a:xfrm flipH="1" rot="-3373645">
            <a:off x="-5233242" y="799680"/>
            <a:ext cx="7826046" cy="287783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47"/>
          <p:cNvSpPr txBox="1"/>
          <p:nvPr>
            <p:ph type="title"/>
          </p:nvPr>
        </p:nvSpPr>
        <p:spPr>
          <a:xfrm>
            <a:off x="872476" y="2613288"/>
            <a:ext cx="23052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96" name="Google Shape;496;p47"/>
          <p:cNvSpPr txBox="1"/>
          <p:nvPr>
            <p:ph idx="1" type="subTitle"/>
          </p:nvPr>
        </p:nvSpPr>
        <p:spPr>
          <a:xfrm>
            <a:off x="872475" y="2979000"/>
            <a:ext cx="2305200" cy="9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97" name="Google Shape;497;p47"/>
          <p:cNvSpPr txBox="1"/>
          <p:nvPr>
            <p:ph idx="2" type="title"/>
          </p:nvPr>
        </p:nvSpPr>
        <p:spPr>
          <a:xfrm>
            <a:off x="3498100" y="2613288"/>
            <a:ext cx="21477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98" name="Google Shape;498;p47"/>
          <p:cNvSpPr txBox="1"/>
          <p:nvPr>
            <p:ph idx="3" type="subTitle"/>
          </p:nvPr>
        </p:nvSpPr>
        <p:spPr>
          <a:xfrm>
            <a:off x="3498101" y="2979000"/>
            <a:ext cx="2147700" cy="9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99" name="Google Shape;499;p47"/>
          <p:cNvSpPr txBox="1"/>
          <p:nvPr>
            <p:ph idx="4" type="title"/>
          </p:nvPr>
        </p:nvSpPr>
        <p:spPr>
          <a:xfrm>
            <a:off x="5966121" y="2613288"/>
            <a:ext cx="23055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00" name="Google Shape;500;p47"/>
          <p:cNvSpPr txBox="1"/>
          <p:nvPr>
            <p:ph idx="5" type="subTitle"/>
          </p:nvPr>
        </p:nvSpPr>
        <p:spPr>
          <a:xfrm>
            <a:off x="5966125" y="2979000"/>
            <a:ext cx="2305500" cy="9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01" name="Google Shape;501;p47"/>
          <p:cNvSpPr txBox="1"/>
          <p:nvPr>
            <p:ph hasCustomPrompt="1" idx="6" type="title"/>
          </p:nvPr>
        </p:nvSpPr>
        <p:spPr>
          <a:xfrm>
            <a:off x="1407025" y="1529650"/>
            <a:ext cx="12303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02" name="Google Shape;502;p47"/>
          <p:cNvSpPr txBox="1"/>
          <p:nvPr>
            <p:ph hasCustomPrompt="1" idx="7" type="title"/>
          </p:nvPr>
        </p:nvSpPr>
        <p:spPr>
          <a:xfrm>
            <a:off x="3957087" y="1524925"/>
            <a:ext cx="12303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03" name="Google Shape;503;p47"/>
          <p:cNvSpPr txBox="1"/>
          <p:nvPr>
            <p:ph hasCustomPrompt="1" idx="8" type="title"/>
          </p:nvPr>
        </p:nvSpPr>
        <p:spPr>
          <a:xfrm>
            <a:off x="6506727" y="1529650"/>
            <a:ext cx="12303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8"/>
          <p:cNvSpPr/>
          <p:nvPr/>
        </p:nvSpPr>
        <p:spPr>
          <a:xfrm flipH="1" rot="-813319">
            <a:off x="4432698" y="-342427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8"/>
          <p:cNvSpPr/>
          <p:nvPr/>
        </p:nvSpPr>
        <p:spPr>
          <a:xfrm rot="649785">
            <a:off x="-1816445" y="-738425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8"/>
          <p:cNvSpPr/>
          <p:nvPr/>
        </p:nvSpPr>
        <p:spPr>
          <a:xfrm flipH="1">
            <a:off x="620870" y="2238100"/>
            <a:ext cx="7471673" cy="477180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48"/>
          <p:cNvSpPr/>
          <p:nvPr/>
        </p:nvSpPr>
        <p:spPr>
          <a:xfrm flipH="1" rot="-8823147">
            <a:off x="5804215" y="2808773"/>
            <a:ext cx="5990392" cy="5613180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48"/>
          <p:cNvSpPr/>
          <p:nvPr/>
        </p:nvSpPr>
        <p:spPr>
          <a:xfrm flipH="1" rot="8100000">
            <a:off x="-2522993" y="494176"/>
            <a:ext cx="4935837" cy="3769884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48"/>
          <p:cNvSpPr/>
          <p:nvPr/>
        </p:nvSpPr>
        <p:spPr>
          <a:xfrm flipH="1" rot="-649785">
            <a:off x="3942880" y="4401125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48"/>
          <p:cNvSpPr/>
          <p:nvPr/>
        </p:nvSpPr>
        <p:spPr>
          <a:xfrm flipH="1" rot="-2128845">
            <a:off x="-1704639" y="-1767729"/>
            <a:ext cx="7826192" cy="2877892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48"/>
          <p:cNvSpPr txBox="1"/>
          <p:nvPr>
            <p:ph type="title"/>
          </p:nvPr>
        </p:nvSpPr>
        <p:spPr>
          <a:xfrm>
            <a:off x="1276650" y="438900"/>
            <a:ext cx="6590700" cy="10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13" name="Google Shape;513;p48"/>
          <p:cNvSpPr txBox="1"/>
          <p:nvPr>
            <p:ph idx="1" type="subTitle"/>
          </p:nvPr>
        </p:nvSpPr>
        <p:spPr>
          <a:xfrm>
            <a:off x="2854650" y="1652972"/>
            <a:ext cx="3434700" cy="10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14" name="Google Shape;514;p48"/>
          <p:cNvSpPr/>
          <p:nvPr/>
        </p:nvSpPr>
        <p:spPr>
          <a:xfrm flipH="1" rot="9555807">
            <a:off x="7660042" y="2297294"/>
            <a:ext cx="7826096" cy="287785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48"/>
          <p:cNvSpPr txBox="1"/>
          <p:nvPr/>
        </p:nvSpPr>
        <p:spPr>
          <a:xfrm>
            <a:off x="1672100" y="3967300"/>
            <a:ext cx="58068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CREDITS: This presentation template was created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Manrope"/>
                <a:ea typeface="Manrope"/>
                <a:cs typeface="Manrope"/>
                <a:sym typeface="Manrope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, and includes icons, infographics &amp; images by</a:t>
            </a:r>
            <a:r>
              <a:rPr b="1" lang="en"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Manrope"/>
                <a:ea typeface="Manrope"/>
                <a:cs typeface="Manrope"/>
                <a:sym typeface="Manrop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9"/>
          <p:cNvSpPr/>
          <p:nvPr/>
        </p:nvSpPr>
        <p:spPr>
          <a:xfrm rot="-10285629">
            <a:off x="4140874" y="-2015123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49"/>
          <p:cNvSpPr/>
          <p:nvPr/>
        </p:nvSpPr>
        <p:spPr>
          <a:xfrm flipH="1">
            <a:off x="6818628" y="2586663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49"/>
          <p:cNvSpPr/>
          <p:nvPr/>
        </p:nvSpPr>
        <p:spPr>
          <a:xfrm flipH="1" rot="9748587">
            <a:off x="5601527" y="2021265"/>
            <a:ext cx="8200944" cy="301569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49"/>
          <p:cNvSpPr/>
          <p:nvPr/>
        </p:nvSpPr>
        <p:spPr>
          <a:xfrm flipH="1" rot="4102346">
            <a:off x="-2270967" y="3805847"/>
            <a:ext cx="9416338" cy="601377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49"/>
          <p:cNvSpPr/>
          <p:nvPr/>
        </p:nvSpPr>
        <p:spPr>
          <a:xfrm rot="813319">
            <a:off x="-3580677" y="-14257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49"/>
          <p:cNvSpPr/>
          <p:nvPr/>
        </p:nvSpPr>
        <p:spPr>
          <a:xfrm>
            <a:off x="3065327" y="-42009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0"/>
          <p:cNvSpPr/>
          <p:nvPr/>
        </p:nvSpPr>
        <p:spPr>
          <a:xfrm flipH="1" rot="4102360">
            <a:off x="-2512533" y="4030635"/>
            <a:ext cx="7471578" cy="477174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50"/>
          <p:cNvSpPr/>
          <p:nvPr/>
        </p:nvSpPr>
        <p:spPr>
          <a:xfrm rot="813319">
            <a:off x="-4129602" y="-17370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9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50"/>
          <p:cNvSpPr/>
          <p:nvPr/>
        </p:nvSpPr>
        <p:spPr>
          <a:xfrm flipH="1" rot="3394465">
            <a:off x="5593334" y="21714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50"/>
          <p:cNvSpPr/>
          <p:nvPr/>
        </p:nvSpPr>
        <p:spPr>
          <a:xfrm rot="-10285603">
            <a:off x="6336471" y="-2917283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50"/>
          <p:cNvSpPr/>
          <p:nvPr/>
        </p:nvSpPr>
        <p:spPr>
          <a:xfrm rot="-2238616">
            <a:off x="-4635728" y="470344"/>
            <a:ext cx="7826078" cy="2877850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36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1"/>
          <p:cNvSpPr/>
          <p:nvPr/>
        </p:nvSpPr>
        <p:spPr>
          <a:xfrm rot="813319">
            <a:off x="-1121291" y="-342427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51"/>
          <p:cNvSpPr/>
          <p:nvPr/>
        </p:nvSpPr>
        <p:spPr>
          <a:xfrm flipH="1" rot="-649785">
            <a:off x="6971064" y="-738425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51"/>
          <p:cNvSpPr/>
          <p:nvPr/>
        </p:nvSpPr>
        <p:spPr>
          <a:xfrm>
            <a:off x="1620973" y="2238100"/>
            <a:ext cx="7471673" cy="477180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51"/>
          <p:cNvSpPr/>
          <p:nvPr/>
        </p:nvSpPr>
        <p:spPr>
          <a:xfrm rot="8823147">
            <a:off x="-2081090" y="2808773"/>
            <a:ext cx="5990392" cy="5613180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51"/>
          <p:cNvSpPr/>
          <p:nvPr/>
        </p:nvSpPr>
        <p:spPr>
          <a:xfrm rot="-8100000">
            <a:off x="7300672" y="494176"/>
            <a:ext cx="4935837" cy="3769884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51"/>
          <p:cNvSpPr/>
          <p:nvPr/>
        </p:nvSpPr>
        <p:spPr>
          <a:xfrm rot="649785">
            <a:off x="1211739" y="4401125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51"/>
          <p:cNvSpPr/>
          <p:nvPr/>
        </p:nvSpPr>
        <p:spPr>
          <a:xfrm rot="2128845">
            <a:off x="3591964" y="-1767729"/>
            <a:ext cx="7826192" cy="2877892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51"/>
          <p:cNvSpPr/>
          <p:nvPr/>
        </p:nvSpPr>
        <p:spPr>
          <a:xfrm rot="-9555807">
            <a:off x="-5772621" y="2297294"/>
            <a:ext cx="7826096" cy="287785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37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2"/>
          <p:cNvSpPr/>
          <p:nvPr/>
        </p:nvSpPr>
        <p:spPr>
          <a:xfrm flipH="1" rot="-7405535">
            <a:off x="-3234670" y="-3952493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52"/>
          <p:cNvSpPr/>
          <p:nvPr/>
        </p:nvSpPr>
        <p:spPr>
          <a:xfrm rot="10800000">
            <a:off x="-4386762" y="886054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52"/>
          <p:cNvSpPr/>
          <p:nvPr/>
        </p:nvSpPr>
        <p:spPr>
          <a:xfrm rot="-6847906">
            <a:off x="-4259206" y="2193197"/>
            <a:ext cx="7826127" cy="287786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52"/>
          <p:cNvSpPr/>
          <p:nvPr/>
        </p:nvSpPr>
        <p:spPr>
          <a:xfrm flipH="1" rot="10150240">
            <a:off x="-3503869" y="4261834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52"/>
          <p:cNvSpPr/>
          <p:nvPr/>
        </p:nvSpPr>
        <p:spPr>
          <a:xfrm rot="-9986681">
            <a:off x="4621400" y="2424119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52"/>
          <p:cNvSpPr/>
          <p:nvPr/>
        </p:nvSpPr>
        <p:spPr>
          <a:xfrm rot="514397">
            <a:off x="5775901" y="-3485758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52"/>
          <p:cNvSpPr/>
          <p:nvPr/>
        </p:nvSpPr>
        <p:spPr>
          <a:xfrm rot="3373645">
            <a:off x="6277252" y="1028280"/>
            <a:ext cx="7826046" cy="287783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48" name="Google Shape;548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549" name="Google Shape;549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4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5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53" name="Google Shape;553;p5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4" name="Google Shape;554;p5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>
                <a:solidFill>
                  <a:schemeClr val="dk1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>
                <a:solidFill>
                  <a:schemeClr val="dk1"/>
                </a:solidFill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>
                <a:solidFill>
                  <a:schemeClr val="dk1"/>
                </a:solidFill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5" name="Google Shape;555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SECTION_HEADER_1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58" name="Google Shape;558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1075" y="438900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1075" y="1351868"/>
            <a:ext cx="7701900" cy="3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3302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302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■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302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302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302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■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302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302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302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■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6"/>
          <p:cNvSpPr txBox="1"/>
          <p:nvPr>
            <p:ph type="ctrTitle"/>
          </p:nvPr>
        </p:nvSpPr>
        <p:spPr>
          <a:xfrm>
            <a:off x="297000" y="891450"/>
            <a:ext cx="85500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400"/>
              <a:t>Camera Traffic Counts</a:t>
            </a:r>
            <a:r>
              <a:rPr lang="en" sz="6200"/>
              <a:t> </a:t>
            </a:r>
            <a:endParaRPr sz="6200"/>
          </a:p>
        </p:txBody>
      </p:sp>
      <p:sp>
        <p:nvSpPr>
          <p:cNvPr id="564" name="Google Shape;564;p56"/>
          <p:cNvSpPr txBox="1"/>
          <p:nvPr>
            <p:ph idx="1" type="subTitle"/>
          </p:nvPr>
        </p:nvSpPr>
        <p:spPr>
          <a:xfrm>
            <a:off x="1962550" y="3100575"/>
            <a:ext cx="52185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</a:t>
            </a:r>
            <a:r>
              <a:rPr lang="en"/>
              <a:t>John Trelford, Lucas Chiang, Travis Welsh, Brian Pham, and Ritesh Penumatsa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(Group 11)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/>
          </a:p>
        </p:txBody>
      </p:sp>
      <p:sp>
        <p:nvSpPr>
          <p:cNvPr id="570" name="Google Shape;570;p57"/>
          <p:cNvSpPr txBox="1"/>
          <p:nvPr>
            <p:ph idx="1" type="body"/>
          </p:nvPr>
        </p:nvSpPr>
        <p:spPr>
          <a:xfrm>
            <a:off x="311700" y="1152475"/>
            <a:ext cx="5625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Camera Traffic Counts: 	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15-minute interval traffic by intersection in Austin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Collected by GRIDSMART optical traffic detectors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571" name="Google Shape;57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2924" y="1152473"/>
            <a:ext cx="2439353" cy="1632476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57"/>
          <p:cNvSpPr txBox="1"/>
          <p:nvPr/>
        </p:nvSpPr>
        <p:spPr>
          <a:xfrm>
            <a:off x="6192900" y="3250475"/>
            <a:ext cx="26394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Manrope"/>
                <a:ea typeface="Manrope"/>
                <a:cs typeface="Manrope"/>
                <a:sym typeface="Manrope"/>
              </a:rPr>
              <a:t>AC3 Camera (traffic detector)</a:t>
            </a:r>
            <a:endParaRPr i="1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573" name="Google Shape;573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6999" y="3128848"/>
            <a:ext cx="2902200" cy="1632477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57"/>
          <p:cNvSpPr/>
          <p:nvPr/>
        </p:nvSpPr>
        <p:spPr>
          <a:xfrm>
            <a:off x="6770075" y="3802675"/>
            <a:ext cx="351600" cy="3444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575" name="Google Shape;575;p57"/>
          <p:cNvCxnSpPr>
            <a:stCxn id="574" idx="7"/>
            <a:endCxn id="571" idx="2"/>
          </p:cNvCxnSpPr>
          <p:nvPr/>
        </p:nvCxnSpPr>
        <p:spPr>
          <a:xfrm flipH="1" rot="10800000">
            <a:off x="7070184" y="2784811"/>
            <a:ext cx="442500" cy="1068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Subsetted Data</a:t>
            </a:r>
            <a:endParaRPr/>
          </a:p>
        </p:txBody>
      </p:sp>
      <p:sp>
        <p:nvSpPr>
          <p:cNvPr id="581" name="Google Shape;581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How</a:t>
            </a:r>
            <a:r>
              <a:rPr b="1" lang="en" sz="2000"/>
              <a:t>? </a:t>
            </a:r>
            <a:endParaRPr b="1" sz="2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Filter to only rows where year = 2019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Why? </a:t>
            </a:r>
            <a:endParaRPr b="1" sz="2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Prevents interference from the COVID-19 pandemic period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full Camera Traffic Counts dataset was 82.1 million rows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Overwhelms RAM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Computationally Intensive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</a:t>
            </a:r>
            <a:endParaRPr/>
          </a:p>
        </p:txBody>
      </p:sp>
      <p:sp>
        <p:nvSpPr>
          <p:cNvPr id="587" name="Google Shape;587;p59"/>
          <p:cNvSpPr txBox="1"/>
          <p:nvPr>
            <p:ph idx="1" type="body"/>
          </p:nvPr>
        </p:nvSpPr>
        <p:spPr>
          <a:xfrm>
            <a:off x="311700" y="96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Shape - (Rows; Columns): (</a:t>
            </a:r>
            <a:r>
              <a:rPr lang="en" sz="2000">
                <a:solidFill>
                  <a:srgbClr val="000000"/>
                </a:solidFill>
              </a:rPr>
              <a:t>14,717,624</a:t>
            </a:r>
            <a:r>
              <a:rPr lang="en" sz="2000"/>
              <a:t>; 19)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Non-Exhaustive List of Features: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Month</a:t>
            </a:r>
            <a:r>
              <a:rPr lang="en" sz="2000"/>
              <a:t>, </a:t>
            </a:r>
            <a:r>
              <a:rPr b="1" lang="en" sz="2000"/>
              <a:t>Day</a:t>
            </a:r>
            <a:r>
              <a:rPr lang="en" sz="2000"/>
              <a:t>, </a:t>
            </a:r>
            <a:r>
              <a:rPr b="1" lang="en" sz="2000"/>
              <a:t>Year</a:t>
            </a:r>
            <a:r>
              <a:rPr lang="en" sz="2000"/>
              <a:t>, </a:t>
            </a:r>
            <a:r>
              <a:rPr b="1" lang="en" sz="2000"/>
              <a:t>Hour</a:t>
            </a:r>
            <a:r>
              <a:rPr lang="en" sz="2000"/>
              <a:t>, </a:t>
            </a:r>
            <a:r>
              <a:rPr b="1" lang="en" sz="2000"/>
              <a:t>Minute</a:t>
            </a:r>
            <a:r>
              <a:rPr lang="en" sz="2000"/>
              <a:t>, </a:t>
            </a:r>
            <a:r>
              <a:rPr b="1" lang="en" sz="2000"/>
              <a:t>Day of Week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S</a:t>
            </a:r>
            <a:r>
              <a:rPr b="1" lang="en" sz="2000"/>
              <a:t>peed Average</a:t>
            </a:r>
            <a:r>
              <a:rPr lang="en" sz="2000"/>
              <a:t> - average vehicle speed entering the intersection during the interval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Seconds in Zone Average</a:t>
            </a:r>
            <a:r>
              <a:rPr lang="en" sz="2000"/>
              <a:t> - average time vehicles spent in the intersection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Heavy Vehicle</a:t>
            </a:r>
            <a:r>
              <a:rPr lang="en" sz="2000"/>
              <a:t> - Vehicles equal to or longer than 17 feet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Volume </a:t>
            </a:r>
            <a:r>
              <a:rPr lang="en" sz="2000"/>
              <a:t>- The number of vehicles traveling in the respective direction and making the respective turning movement during the 15-minute interval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Direction</a:t>
            </a:r>
            <a:r>
              <a:rPr lang="en" sz="2000"/>
              <a:t> (approaching the intersection)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0"/>
          <p:cNvSpPr txBox="1"/>
          <p:nvPr>
            <p:ph type="title"/>
          </p:nvPr>
        </p:nvSpPr>
        <p:spPr>
          <a:xfrm>
            <a:off x="723300" y="775600"/>
            <a:ext cx="6137400" cy="17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Hypothesis #1</a:t>
            </a:r>
            <a:r>
              <a:rPr b="1" lang="en"/>
              <a:t>:</a:t>
            </a:r>
            <a:r>
              <a:rPr lang="en"/>
              <a:t> </a:t>
            </a:r>
            <a:endParaRPr/>
          </a:p>
        </p:txBody>
      </p:sp>
      <p:sp>
        <p:nvSpPr>
          <p:cNvPr id="593" name="Google Shape;593;p60"/>
          <p:cNvSpPr txBox="1"/>
          <p:nvPr>
            <p:ph idx="4294967295" type="body"/>
          </p:nvPr>
        </p:nvSpPr>
        <p:spPr>
          <a:xfrm>
            <a:off x="4915375" y="5143500"/>
            <a:ext cx="3837000" cy="3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594" name="Google Shape;594;p60"/>
          <p:cNvSpPr txBox="1"/>
          <p:nvPr>
            <p:ph idx="1" type="subTitle"/>
          </p:nvPr>
        </p:nvSpPr>
        <p:spPr>
          <a:xfrm>
            <a:off x="799500" y="2583500"/>
            <a:ext cx="6137400" cy="17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People tend to drive slower toward the end of the week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600" name="Google Shape;60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93175"/>
            <a:ext cx="5135000" cy="25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0363" y="685800"/>
            <a:ext cx="2943225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62"/>
          <p:cNvSpPr txBox="1"/>
          <p:nvPr>
            <p:ph type="title"/>
          </p:nvPr>
        </p:nvSpPr>
        <p:spPr>
          <a:xfrm>
            <a:off x="723300" y="775600"/>
            <a:ext cx="6137400" cy="17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#2</a:t>
            </a:r>
            <a:endParaRPr/>
          </a:p>
        </p:txBody>
      </p:sp>
      <p:sp>
        <p:nvSpPr>
          <p:cNvPr id="607" name="Google Shape;607;p62"/>
          <p:cNvSpPr txBox="1"/>
          <p:nvPr>
            <p:ph idx="1" type="subTitle"/>
          </p:nvPr>
        </p:nvSpPr>
        <p:spPr>
          <a:xfrm>
            <a:off x="799500" y="2583500"/>
            <a:ext cx="6137400" cy="17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People tend to drive less on weekends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Box Plot</a:t>
            </a:r>
            <a:endParaRPr/>
          </a:p>
        </p:txBody>
      </p:sp>
      <p:sp>
        <p:nvSpPr>
          <p:cNvPr id="613" name="Google Shape;613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63"/>
          <p:cNvSpPr txBox="1"/>
          <p:nvPr/>
        </p:nvSpPr>
        <p:spPr>
          <a:xfrm>
            <a:off x="5298600" y="1630650"/>
            <a:ext cx="3479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</a:pPr>
            <a: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They appear to be visually similar at the lower half of the data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</a:pPr>
            <a: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Difference becomes evident as you view the higher </a:t>
            </a:r>
            <a: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percentiles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</a:pPr>
            <a: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Likely still significant due to the large size of the dataset (14 million rows)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615" name="Google Shape;615;p63" title="Volume_vs_Type_of_Da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700" y="1017725"/>
            <a:ext cx="5056901" cy="379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Numerical Analysis</a:t>
            </a:r>
            <a:endParaRPr/>
          </a:p>
        </p:txBody>
      </p:sp>
      <p:sp>
        <p:nvSpPr>
          <p:cNvPr id="621" name="Google Shape;621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2" name="Google Shape;622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92650"/>
            <a:ext cx="4037650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64"/>
          <p:cNvSpPr txBox="1"/>
          <p:nvPr/>
        </p:nvSpPr>
        <p:spPr>
          <a:xfrm>
            <a:off x="4572000" y="1466850"/>
            <a:ext cx="42966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</a:pPr>
            <a: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Median and Lower Quartile are the same, likely due to late hours and off roads </a:t>
            </a:r>
            <a: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receiving</a:t>
            </a:r>
            <a: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minimal traffic </a:t>
            </a:r>
            <a: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regardless</a:t>
            </a:r>
            <a: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of day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</a:pPr>
            <a: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Difference becomes evident when looking at the mean and upper quartile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T-Test</a:t>
            </a:r>
            <a:endParaRPr/>
          </a:p>
        </p:txBody>
      </p:sp>
      <p:sp>
        <p:nvSpPr>
          <p:cNvPr id="629" name="Google Shape;629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0" name="Google Shape;630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9" y="2205275"/>
            <a:ext cx="4266675" cy="90405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65"/>
          <p:cNvSpPr txBox="1"/>
          <p:nvPr/>
        </p:nvSpPr>
        <p:spPr>
          <a:xfrm>
            <a:off x="5009350" y="1630650"/>
            <a:ext cx="3492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</a:pPr>
            <a: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Because the p-value is less than .05, there is significant evidence to support that the means for volume on weekends and weekdays are significantly different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6"/>
          <p:cNvSpPr txBox="1"/>
          <p:nvPr/>
        </p:nvSpPr>
        <p:spPr>
          <a:xfrm>
            <a:off x="1217100" y="1648200"/>
            <a:ext cx="803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637" name="Google Shape;637;p66"/>
          <p:cNvSpPr txBox="1"/>
          <p:nvPr>
            <p:ph type="title"/>
          </p:nvPr>
        </p:nvSpPr>
        <p:spPr>
          <a:xfrm>
            <a:off x="723300" y="775600"/>
            <a:ext cx="6137400" cy="17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800"/>
              <a:t>Hypothesis 3</a:t>
            </a:r>
            <a:endParaRPr sz="6800"/>
          </a:p>
        </p:txBody>
      </p:sp>
      <p:sp>
        <p:nvSpPr>
          <p:cNvPr id="638" name="Google Shape;638;p66"/>
          <p:cNvSpPr txBox="1"/>
          <p:nvPr>
            <p:ph idx="1" type="subTitle"/>
          </p:nvPr>
        </p:nvSpPr>
        <p:spPr>
          <a:xfrm>
            <a:off x="799500" y="2583500"/>
            <a:ext cx="6137400" cy="17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Vehicles drive more slowly on average around 9AM and 5PM.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Test</a:t>
            </a:r>
            <a:endParaRPr/>
          </a:p>
        </p:txBody>
      </p:sp>
      <p:sp>
        <p:nvSpPr>
          <p:cNvPr id="644" name="Google Shape;644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(Null Hypothesis):</a:t>
            </a:r>
            <a:r>
              <a:rPr lang="en" sz="1900"/>
              <a:t> The average vehicle speed at around 9AM and 5PM is greater than or equal to the average speed during non-rush hour.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(Alternative Hypothesis):</a:t>
            </a:r>
            <a:r>
              <a:rPr lang="en" sz="1900"/>
              <a:t> The average vehicle speed </a:t>
            </a:r>
            <a:r>
              <a:rPr lang="en" sz="1900"/>
              <a:t>at around 9AM and 5PM</a:t>
            </a:r>
            <a:r>
              <a:rPr lang="en" sz="1900"/>
              <a:t> is significantly lower than during non-rush hour.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Significance Level (α): </a:t>
            </a:r>
            <a:r>
              <a:rPr lang="en" sz="1900"/>
              <a:t>0.05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650" name="Google Shape;650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Two-Sample T-Test (Statistical Analysis)</a:t>
            </a:r>
            <a:endParaRPr b="1"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/>
              <a:t>This test was conducted to determine if the average speeds of two distinct groups—</a:t>
            </a:r>
            <a:r>
              <a:rPr b="1" lang="en" sz="1900"/>
              <a:t>morning </a:t>
            </a:r>
            <a:r>
              <a:rPr lang="en" sz="1900"/>
              <a:t>traffic and </a:t>
            </a:r>
            <a:r>
              <a:rPr b="1" lang="en" sz="1900"/>
              <a:t>evening</a:t>
            </a:r>
            <a:r>
              <a:rPr lang="en" sz="1900"/>
              <a:t> traffic—are significantly different compared to other times.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7" name="Google Shape;657;p69" title="Screenshot 2025-09-28 at 7.46.2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531"/>
            <a:ext cx="9144001" cy="4912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4" name="Google Shape;664;p70" title="Screenshot 2025-09-29 at 12.26.0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325" y="0"/>
            <a:ext cx="884506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 cont.</a:t>
            </a:r>
            <a:endParaRPr/>
          </a:p>
        </p:txBody>
      </p:sp>
      <p:sp>
        <p:nvSpPr>
          <p:cNvPr id="670" name="Google Shape;670;p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/>
              <a:t>Results</a:t>
            </a:r>
            <a:r>
              <a:rPr lang="en" sz="1700"/>
              <a:t>: The test produced a </a:t>
            </a:r>
            <a:r>
              <a:rPr b="1" lang="en" sz="1700"/>
              <a:t>t-statistic</a:t>
            </a:r>
            <a:r>
              <a:rPr lang="en" sz="1700"/>
              <a:t> and a </a:t>
            </a:r>
            <a:r>
              <a:rPr b="1" lang="en" sz="1700"/>
              <a:t>one-tailed p-value</a:t>
            </a:r>
            <a:r>
              <a:rPr lang="en" sz="1700"/>
              <a:t> for our alternative hypothesis.</a:t>
            </a:r>
            <a:endParaRPr sz="1700"/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</a:pPr>
            <a:r>
              <a:rPr b="1" lang="en" sz="1900"/>
              <a:t>t-statistic:</a:t>
            </a:r>
            <a:r>
              <a:rPr lang="en" sz="1900"/>
              <a:t> </a:t>
            </a:r>
            <a:r>
              <a:rPr lang="en" sz="1800"/>
              <a:t>-29.564346384176176</a:t>
            </a:r>
            <a:endParaRPr sz="1900"/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</a:pPr>
            <a:r>
              <a:rPr b="1" lang="en" sz="1900"/>
              <a:t>p-value:</a:t>
            </a:r>
            <a:r>
              <a:rPr lang="en" sz="1900"/>
              <a:t> </a:t>
            </a:r>
            <a:r>
              <a:rPr lang="en" sz="1800"/>
              <a:t>2.194520763113896e-192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/>
              <a:t>Conclusion:</a:t>
            </a:r>
            <a:r>
              <a:rPr lang="en" sz="1700"/>
              <a:t> With a p-value of 2.2e-192 (less than α=0.05), we </a:t>
            </a:r>
            <a:r>
              <a:rPr b="1" lang="en" sz="1700"/>
              <a:t>reject the null hypothesis</a:t>
            </a:r>
            <a:r>
              <a:rPr lang="en" sz="1700"/>
              <a:t>. The results provide overwhelming statistical evidence that vehicles drive significantly slower during the designated rush hour periods.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Regression Model</a:t>
            </a:r>
            <a:endParaRPr/>
          </a:p>
        </p:txBody>
      </p:sp>
      <p:sp>
        <p:nvSpPr>
          <p:cNvPr id="676" name="Google Shape;676;p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Data Preparation</a:t>
            </a:r>
            <a:r>
              <a:rPr lang="en" sz="1500"/>
              <a:t>: We selected the following input features and the target variable for our model.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500"/>
              <a:buChar char="●"/>
            </a:pPr>
            <a:r>
              <a:rPr b="1" lang="en" sz="1500"/>
              <a:t>Input (X)</a:t>
            </a:r>
            <a:r>
              <a:rPr lang="en" sz="1500"/>
              <a:t>: Hour, Day of Week, Volume, Heavy Vehicle, Direction.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500"/>
              <a:buChar char="●"/>
            </a:pPr>
            <a:r>
              <a:rPr b="1" lang="en" sz="1500"/>
              <a:t>Target (y)</a:t>
            </a:r>
            <a:r>
              <a:rPr lang="en" sz="1500"/>
              <a:t>: Speed Average (Miles Per Hour).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77" name="Google Shape;677;p72" title="Screenshot 2025-09-28 at 11.32.5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484" y="2631300"/>
            <a:ext cx="3892737" cy="2214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72" title="Screenshot 2025-09-28 at 11.39.5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575" y="2631300"/>
            <a:ext cx="4200024" cy="23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72" title="Screenshot 2025-09-28 at 11.32.5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5675" y="2631299"/>
            <a:ext cx="4193748" cy="23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73"/>
          <p:cNvSpPr txBox="1"/>
          <p:nvPr>
            <p:ph type="title"/>
          </p:nvPr>
        </p:nvSpPr>
        <p:spPr>
          <a:xfrm>
            <a:off x="203100" y="273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Evaluation (Account for Confounders)</a:t>
            </a:r>
            <a:endParaRPr/>
          </a:p>
        </p:txBody>
      </p:sp>
      <p:sp>
        <p:nvSpPr>
          <p:cNvPr id="685" name="Google Shape;685;p73"/>
          <p:cNvSpPr txBox="1"/>
          <p:nvPr>
            <p:ph idx="1" type="body"/>
          </p:nvPr>
        </p:nvSpPr>
        <p:spPr>
          <a:xfrm>
            <a:off x="203100" y="1172200"/>
            <a:ext cx="4812000" cy="21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--- Regression Performance Report ---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R-squared (R²): 0.1465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Mean Absolute Error (MAE): 6.3918 MPH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Mean Squared Error (MSE): 8.4158 MPH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686" name="Google Shape;686;p73"/>
          <p:cNvSpPr txBox="1"/>
          <p:nvPr/>
        </p:nvSpPr>
        <p:spPr>
          <a:xfrm>
            <a:off x="4876925" y="846425"/>
            <a:ext cx="4057500" cy="19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--- Model Coefficients (Feature Importance) ---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Direction_SOUTHBOUND   -1.087741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Direction_NORTHBOUND   -0.475226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Direction_WESTBOUND    -0.380772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Hour                   -0.186419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Day of Week            -0.072805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Volume                  0.067215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Direction_UNASSIGNED    2.548512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Heavy Vehicle           2.752015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687" name="Google Shape;687;p73"/>
          <p:cNvSpPr txBox="1"/>
          <p:nvPr/>
        </p:nvSpPr>
        <p:spPr>
          <a:xfrm>
            <a:off x="523225" y="3583675"/>
            <a:ext cx="8026200" cy="9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The 'Unassigned Direction' and 'Heavy Vehicle' coefficients are typically the most important. A negative coefficient (e.g., for Hour) means as that factor increases, speed decreases. The MAE indicates that the model's predictions are, on average, off by that many MPH. 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2" name="Google Shape;692;p74" title="Screenshot 2025-09-26 at 11.00.4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0875"/>
            <a:ext cx="5459700" cy="4721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74"/>
          <p:cNvSpPr txBox="1"/>
          <p:nvPr/>
        </p:nvSpPr>
        <p:spPr>
          <a:xfrm>
            <a:off x="5094150" y="1113900"/>
            <a:ext cx="3909000" cy="29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75"/>
          <p:cNvSpPr txBox="1"/>
          <p:nvPr/>
        </p:nvSpPr>
        <p:spPr>
          <a:xfrm>
            <a:off x="1217100" y="1648200"/>
            <a:ext cx="803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699" name="Google Shape;699;p75"/>
          <p:cNvSpPr txBox="1"/>
          <p:nvPr>
            <p:ph type="title"/>
          </p:nvPr>
        </p:nvSpPr>
        <p:spPr>
          <a:xfrm>
            <a:off x="723300" y="775600"/>
            <a:ext cx="6137400" cy="17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800"/>
              <a:t>Hypothesis 4</a:t>
            </a:r>
            <a:endParaRPr sz="6800"/>
          </a:p>
        </p:txBody>
      </p:sp>
      <p:sp>
        <p:nvSpPr>
          <p:cNvPr id="700" name="Google Shape;700;p75"/>
          <p:cNvSpPr txBox="1"/>
          <p:nvPr>
            <p:ph idx="1" type="subTitle"/>
          </p:nvPr>
        </p:nvSpPr>
        <p:spPr>
          <a:xfrm>
            <a:off x="799500" y="2583500"/>
            <a:ext cx="6137400" cy="17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Kulim Park"/>
                <a:ea typeface="Kulim Park"/>
                <a:cs typeface="Kulim Park"/>
                <a:sym typeface="Kulim Park"/>
              </a:rPr>
              <a:t>Cars tend to move faster at turns when there is a heavy vehicle present</a:t>
            </a:r>
            <a:endParaRPr sz="3600">
              <a:latin typeface="Kulim Park"/>
              <a:ea typeface="Kulim Park"/>
              <a:cs typeface="Kulim Park"/>
              <a:sym typeface="Kulim Park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76"/>
          <p:cNvSpPr txBox="1"/>
          <p:nvPr>
            <p:ph type="title"/>
          </p:nvPr>
        </p:nvSpPr>
        <p:spPr>
          <a:xfrm>
            <a:off x="720000" y="0"/>
            <a:ext cx="77028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706" name="Google Shape;706;p76"/>
          <p:cNvSpPr txBox="1"/>
          <p:nvPr>
            <p:ph idx="1" type="body"/>
          </p:nvPr>
        </p:nvSpPr>
        <p:spPr>
          <a:xfrm>
            <a:off x="720000" y="776213"/>
            <a:ext cx="7702800" cy="19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Filtered the records based on the movement column (the vehicle movement the detector is positioned to capture) and extracted the </a:t>
            </a:r>
            <a:r>
              <a:rPr lang="en" sz="1900"/>
              <a:t>records that indicated a turn (left turn or right turn)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Created charts comparing the average speeds recorded when there are heavy vehicles present and when there isn’t and conducted one-sided Welch’s T-Test </a:t>
            </a:r>
            <a:endParaRPr sz="1900"/>
          </a:p>
        </p:txBody>
      </p:sp>
      <p:pic>
        <p:nvPicPr>
          <p:cNvPr id="707" name="Google Shape;707;p76" title="Screenshot 2025-09-29 at 16.26.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8075" y="2682426"/>
            <a:ext cx="5905223" cy="2289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2" name="Google Shape;712;p77" title="Screenshot 2025-09-29 at 13.59.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7928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78"/>
          <p:cNvSpPr txBox="1"/>
          <p:nvPr/>
        </p:nvSpPr>
        <p:spPr>
          <a:xfrm>
            <a:off x="5418950" y="476275"/>
            <a:ext cx="37251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Heavy Vehicle Presence = True:</a:t>
            </a:r>
            <a:endParaRPr b="1"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Mean Log Average Recorded Speed = 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2.379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Heavy Vehicle Presence = False:</a:t>
            </a:r>
            <a:endParaRPr b="1"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Mean Log Average Recorded Speed = 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2.334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718" name="Google Shape;718;p78" title="Screenshot 2025-09-29 at 16.53.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150" y="551250"/>
            <a:ext cx="5114150" cy="4040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79"/>
          <p:cNvSpPr txBox="1"/>
          <p:nvPr/>
        </p:nvSpPr>
        <p:spPr>
          <a:xfrm>
            <a:off x="5418950" y="476275"/>
            <a:ext cx="372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24" name="Google Shape;724;p79"/>
          <p:cNvSpPr txBox="1"/>
          <p:nvPr>
            <p:ph type="title"/>
          </p:nvPr>
        </p:nvSpPr>
        <p:spPr>
          <a:xfrm>
            <a:off x="720000" y="437700"/>
            <a:ext cx="77028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Welch’s T-Test </a:t>
            </a:r>
            <a:endParaRPr/>
          </a:p>
        </p:txBody>
      </p:sp>
      <p:sp>
        <p:nvSpPr>
          <p:cNvPr id="725" name="Google Shape;725;p79"/>
          <p:cNvSpPr txBox="1"/>
          <p:nvPr>
            <p:ph idx="1" type="body"/>
          </p:nvPr>
        </p:nvSpPr>
        <p:spPr>
          <a:xfrm>
            <a:off x="720000" y="1095600"/>
            <a:ext cx="7702800" cy="271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(Null Hypothesis):</a:t>
            </a:r>
            <a:r>
              <a:rPr lang="en" sz="1900"/>
              <a:t> The Mean Average Recorded Speed at turn intersections is </a:t>
            </a:r>
            <a:r>
              <a:rPr b="1" lang="en" sz="1900"/>
              <a:t>equal</a:t>
            </a:r>
            <a:r>
              <a:rPr lang="en" sz="1900"/>
              <a:t> when Heavy Vehicle Presence is True and when Heavy Vehicle Presence is False.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(Alternative Hypothesis):</a:t>
            </a:r>
            <a:r>
              <a:rPr lang="en" sz="1900"/>
              <a:t> Mean Average Recorded Speed is </a:t>
            </a:r>
            <a:r>
              <a:rPr b="1" lang="en" sz="1900"/>
              <a:t>greater</a:t>
            </a:r>
            <a:r>
              <a:rPr lang="en" sz="1900"/>
              <a:t> when Heavy Vehicle Presence is True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Significance Level (α): </a:t>
            </a:r>
            <a:r>
              <a:rPr lang="en" sz="1900"/>
              <a:t>0.05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:  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80"/>
          <p:cNvSpPr txBox="1"/>
          <p:nvPr>
            <p:ph type="title"/>
          </p:nvPr>
        </p:nvSpPr>
        <p:spPr>
          <a:xfrm>
            <a:off x="720000" y="437700"/>
            <a:ext cx="77028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Welch’s T-Test Results</a:t>
            </a:r>
            <a:endParaRPr/>
          </a:p>
        </p:txBody>
      </p:sp>
      <p:pic>
        <p:nvPicPr>
          <p:cNvPr id="731" name="Google Shape;731;p80" title="Screenshot 2025-09-29 at 14.32.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95600"/>
            <a:ext cx="8839200" cy="3579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81"/>
          <p:cNvSpPr txBox="1"/>
          <p:nvPr>
            <p:ph type="title"/>
          </p:nvPr>
        </p:nvSpPr>
        <p:spPr>
          <a:xfrm>
            <a:off x="720600" y="75475"/>
            <a:ext cx="77028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for Left Turn</a:t>
            </a:r>
            <a:endParaRPr/>
          </a:p>
        </p:txBody>
      </p:sp>
      <p:pic>
        <p:nvPicPr>
          <p:cNvPr id="737" name="Google Shape;737;p81" title="Screenshot 2025-09-29 at 14.37.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3541" y="978575"/>
            <a:ext cx="6196925" cy="3302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81" title="Screenshot 2025-09-29 at 14.44.5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213" y="4526375"/>
            <a:ext cx="8749612" cy="46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82"/>
          <p:cNvSpPr txBox="1"/>
          <p:nvPr>
            <p:ph type="title"/>
          </p:nvPr>
        </p:nvSpPr>
        <p:spPr>
          <a:xfrm>
            <a:off x="720600" y="75475"/>
            <a:ext cx="77028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for Right Turn</a:t>
            </a:r>
            <a:endParaRPr/>
          </a:p>
        </p:txBody>
      </p:sp>
      <p:pic>
        <p:nvPicPr>
          <p:cNvPr id="744" name="Google Shape;744;p82" title="Screenshot 2025-09-29 at 14.46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4425" y="733375"/>
            <a:ext cx="6247852" cy="3286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p82" title="Screenshot 2025-09-29 at 14.48.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750" y="4266124"/>
            <a:ext cx="8839201" cy="55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83"/>
          <p:cNvSpPr txBox="1"/>
          <p:nvPr>
            <p:ph type="title"/>
          </p:nvPr>
        </p:nvSpPr>
        <p:spPr>
          <a:xfrm>
            <a:off x="720000" y="437700"/>
            <a:ext cx="77028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Takeaways</a:t>
            </a:r>
            <a:endParaRPr/>
          </a:p>
        </p:txBody>
      </p:sp>
      <p:sp>
        <p:nvSpPr>
          <p:cNvPr id="751" name="Google Shape;751;p83"/>
          <p:cNvSpPr txBox="1"/>
          <p:nvPr>
            <p:ph idx="1" type="body"/>
          </p:nvPr>
        </p:nvSpPr>
        <p:spPr>
          <a:xfrm>
            <a:off x="720000" y="1095600"/>
            <a:ext cx="7702800" cy="287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There is statistical evidence to suggest that drivers are driving faster at turns when there is a heavy vehicle.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Possible Explanations: Maybe the drivers in heavy vehicles are driving faster or people may want to pull ahead of heavy vehicles at intersections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757" name="Google Shape;757;p84"/>
          <p:cNvSpPr txBox="1"/>
          <p:nvPr>
            <p:ph idx="1" type="body"/>
          </p:nvPr>
        </p:nvSpPr>
        <p:spPr>
          <a:xfrm>
            <a:off x="311700" y="1152475"/>
            <a:ext cx="42603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#1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People drive slower later in the week</a:t>
            </a:r>
            <a:endParaRPr/>
          </a:p>
        </p:txBody>
      </p:sp>
      <p:sp>
        <p:nvSpPr>
          <p:cNvPr id="758" name="Google Shape;758;p84"/>
          <p:cNvSpPr txBox="1"/>
          <p:nvPr>
            <p:ph idx="1" type="body"/>
          </p:nvPr>
        </p:nvSpPr>
        <p:spPr>
          <a:xfrm>
            <a:off x="311700" y="2571775"/>
            <a:ext cx="42603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#2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People drive less on weekends</a:t>
            </a:r>
            <a:endParaRPr/>
          </a:p>
        </p:txBody>
      </p:sp>
      <p:sp>
        <p:nvSpPr>
          <p:cNvPr id="759" name="Google Shape;759;p84"/>
          <p:cNvSpPr txBox="1"/>
          <p:nvPr>
            <p:ph idx="1" type="body"/>
          </p:nvPr>
        </p:nvSpPr>
        <p:spPr>
          <a:xfrm>
            <a:off x="4572000" y="1152475"/>
            <a:ext cx="42603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#3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People drive slower during rush hour</a:t>
            </a:r>
            <a:endParaRPr/>
          </a:p>
        </p:txBody>
      </p:sp>
      <p:sp>
        <p:nvSpPr>
          <p:cNvPr id="760" name="Google Shape;760;p84"/>
          <p:cNvSpPr txBox="1"/>
          <p:nvPr>
            <p:ph idx="1" type="body"/>
          </p:nvPr>
        </p:nvSpPr>
        <p:spPr>
          <a:xfrm>
            <a:off x="4572000" y="2571775"/>
            <a:ext cx="42603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#4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People drive at higher speeds during turns when a heavy vehicle is present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85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nimalist Korean Aesthetic Pitch Deck by Slidesgo">
  <a:themeElements>
    <a:clrScheme name="Simple Light">
      <a:dk1>
        <a:srgbClr val="1E1E1E"/>
      </a:dk1>
      <a:lt1>
        <a:srgbClr val="664B34"/>
      </a:lt1>
      <a:dk2>
        <a:srgbClr val="887C62"/>
      </a:dk2>
      <a:lt2>
        <a:srgbClr val="D4CBBB"/>
      </a:lt2>
      <a:accent1>
        <a:srgbClr val="E7E2D6"/>
      </a:accent1>
      <a:accent2>
        <a:srgbClr val="F3F3F3"/>
      </a:accent2>
      <a:accent3>
        <a:srgbClr val="E2B0A6"/>
      </a:accent3>
      <a:accent4>
        <a:srgbClr val="FFFFFF"/>
      </a:accent4>
      <a:accent5>
        <a:srgbClr val="FFFFFF"/>
      </a:accent5>
      <a:accent6>
        <a:srgbClr val="FFFFFF"/>
      </a:accent6>
      <a:hlink>
        <a:srgbClr val="1E1E1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