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Kulim Park"/>
      <p:regular r:id="rId31"/>
      <p:bold r:id="rId32"/>
      <p:italic r:id="rId33"/>
      <p:boldItalic r:id="rId34"/>
    </p:embeddedFont>
    <p:embeddedFont>
      <p:font typeface="Manrope"/>
      <p:regular r:id="rId35"/>
      <p:bold r:id="rId36"/>
    </p:embeddedFont>
    <p:embeddedFont>
      <p:font typeface="PT Sans"/>
      <p:regular r:id="rId37"/>
      <p:bold r:id="rId38"/>
      <p:italic r:id="rId39"/>
      <p:boldItalic r:id="rId40"/>
    </p:embeddedFont>
    <p:embeddedFont>
      <p:font typeface="Kulim Park SemiBold"/>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736613-F968-42F8-86D5-8A055DFF41DA}">
  <a:tblStyle styleId="{12736613-F968-42F8-86D5-8A055DFF41D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TSans-boldItalic.fntdata"/><Relationship Id="rId42" Type="http://schemas.openxmlformats.org/officeDocument/2006/relationships/font" Target="fonts/KulimParkSemiBold-bold.fntdata"/><Relationship Id="rId41" Type="http://schemas.openxmlformats.org/officeDocument/2006/relationships/font" Target="fonts/KulimParkSemiBold-regular.fntdata"/><Relationship Id="rId44" Type="http://schemas.openxmlformats.org/officeDocument/2006/relationships/font" Target="fonts/KulimParkSemiBold-boldItalic.fntdata"/><Relationship Id="rId43" Type="http://schemas.openxmlformats.org/officeDocument/2006/relationships/font" Target="fonts/KulimPark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KulimPark-regular.fntdata"/><Relationship Id="rId30" Type="http://schemas.openxmlformats.org/officeDocument/2006/relationships/slide" Target="slides/slide24.xml"/><Relationship Id="rId33" Type="http://schemas.openxmlformats.org/officeDocument/2006/relationships/font" Target="fonts/KulimPark-italic.fntdata"/><Relationship Id="rId32" Type="http://schemas.openxmlformats.org/officeDocument/2006/relationships/font" Target="fonts/KulimPark-bold.fntdata"/><Relationship Id="rId35" Type="http://schemas.openxmlformats.org/officeDocument/2006/relationships/font" Target="fonts/Manrope-regular.fntdata"/><Relationship Id="rId34" Type="http://schemas.openxmlformats.org/officeDocument/2006/relationships/font" Target="fonts/KulimPark-boldItalic.fntdata"/><Relationship Id="rId37" Type="http://schemas.openxmlformats.org/officeDocument/2006/relationships/font" Target="fonts/PTSans-regular.fntdata"/><Relationship Id="rId36" Type="http://schemas.openxmlformats.org/officeDocument/2006/relationships/font" Target="fonts/Manrope-bold.fntdata"/><Relationship Id="rId39" Type="http://schemas.openxmlformats.org/officeDocument/2006/relationships/font" Target="fonts/PTSans-italic.fntdata"/><Relationship Id="rId38" Type="http://schemas.openxmlformats.org/officeDocument/2006/relationships/font" Target="fonts/PTSans-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8d45058cd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8d45058cd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9bdcf5809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9bdcf5809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9bdcf58094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9bdcf58094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8d45058cd4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8d45058cd4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8d45058cd4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8d45058cd4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8d45058cd4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8d45058cd4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8d45058cd4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8d45058cd4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8d45058cd4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8d45058cd4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9bedbb6257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9bedbb6257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9bedbb6257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9bedbb6257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8d45058cd4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8d45058cd4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8d45058cd4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8d45058cd4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be useful for people using GPS to see certain how environmental factors affect their travel time. We can utilize this to </a:t>
            </a:r>
            <a:r>
              <a:rPr lang="en"/>
              <a:t>improve</a:t>
            </a:r>
            <a:r>
              <a:rPr lang="en"/>
              <a:t> road safety measures based on higher precipitation and temperature rates.  Brian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8d45058cd4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8d45058cd4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Included other feature variables to maintain accuracy due to </a:t>
            </a:r>
            <a:r>
              <a:rPr lang="en"/>
              <a:t>seasonality</a:t>
            </a:r>
            <a:r>
              <a:rPr lang="en"/>
              <a:t> of the weather dataset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8d45058cd4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8d45058cd4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8d45058cd4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8d45058cd4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Lucas - For our dataset split, we did an 80/20. In our validation procedure, we decided to perform a GridSearch cross validation to tune our hyperparameters (which is using a an exhaustive list and going through each combination. This allows us to ensure the model generalizes well and selects the best parameter combination, and of course the cross validation allows us to provide a robust estimate of how well the model does on each fit, and as I mentioned before the holding out of the test set helps us get an unbiased estimate during prediction. For our evaluation metrics, we decided to use R^2, and RMSE.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9b8ed36a5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9b8ed36a5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8d45058cd4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38d45058cd4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Ritesh; </a:t>
            </a:r>
            <a:r>
              <a:rPr lang="en">
                <a:solidFill>
                  <a:schemeClr val="dk1"/>
                </a:solidFill>
              </a:rPr>
              <a:t>If the </a:t>
            </a:r>
            <a:r>
              <a:rPr b="1" lang="en">
                <a:solidFill>
                  <a:schemeClr val="dk1"/>
                </a:solidFill>
              </a:rPr>
              <a:t>validation performance stops improving</a:t>
            </a:r>
            <a:r>
              <a:rPr lang="en">
                <a:solidFill>
                  <a:schemeClr val="dk1"/>
                </a:solidFill>
              </a:rPr>
              <a:t> — meaning the validation loss (like MSE) stops decreasing or even starts increasing — for a defined number of iterations (called “patience”), the training </a:t>
            </a:r>
            <a:r>
              <a:rPr b="1" lang="en">
                <a:solidFill>
                  <a:schemeClr val="dk1"/>
                </a:solidFill>
              </a:rPr>
              <a:t>stops early</a:t>
            </a:r>
            <a:r>
              <a:rPr lang="en">
                <a:solidFill>
                  <a:schemeClr val="dk1"/>
                </a:solidFill>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9c3ca26619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9c3ca26619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Ritesh</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8d45058cd4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8d45058cd4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Ritesh</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9c3ca26619_6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9c3ca26619_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Ritesh</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8d45058cd4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8d45058cd4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Lucas (pruning)</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9c09ee94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9c09ee94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Lucas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9bca0fb3a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9bca0fb3a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Ritesh</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8d45058cd4_1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8d45058cd4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tBDfr" TargetMode="Externa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rot="813319">
            <a:off x="-1616877" y="-342427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flipH="1" rot="-649785">
            <a:off x="6475477" y="-738425"/>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1125387" y="2238100"/>
            <a:ext cx="7471673" cy="477180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8823147">
            <a:off x="-2265377" y="2808773"/>
            <a:ext cx="5990392" cy="5613180"/>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6536238" y="-142500"/>
            <a:ext cx="4935815" cy="3769836"/>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649785">
            <a:off x="716152" y="4401125"/>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244193">
            <a:off x="4086917" y="-777268"/>
            <a:ext cx="7826096" cy="287785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rot="-9555807">
            <a:off x="-6119383" y="2297294"/>
            <a:ext cx="7826096" cy="287785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txBox="1"/>
          <p:nvPr>
            <p:ph type="ctrTitle"/>
          </p:nvPr>
        </p:nvSpPr>
        <p:spPr>
          <a:xfrm>
            <a:off x="723150" y="1494200"/>
            <a:ext cx="7697700" cy="1598100"/>
          </a:xfrm>
          <a:prstGeom prst="rect">
            <a:avLst/>
          </a:prstGeom>
        </p:spPr>
        <p:txBody>
          <a:bodyPr anchorCtr="0" anchor="ctr" bIns="91425" lIns="91425" spcFirstLastPara="1" rIns="91425" wrap="square" tIns="91425">
            <a:noAutofit/>
          </a:bodyPr>
          <a:lstStyle>
            <a:lvl1pPr lvl="0" rtl="0">
              <a:lnSpc>
                <a:spcPct val="90000"/>
              </a:lnSpc>
              <a:spcBef>
                <a:spcPts val="0"/>
              </a:spcBef>
              <a:spcAft>
                <a:spcPts val="0"/>
              </a:spcAft>
              <a:buSzPts val="5200"/>
              <a:buNone/>
              <a:defRPr sz="6600">
                <a:latin typeface="Kulim Park SemiBold"/>
                <a:ea typeface="Kulim Park SemiBold"/>
                <a:cs typeface="Kulim Park SemiBold"/>
                <a:sym typeface="Kulim Park SemiBold"/>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8" name="Google Shape;18;p2"/>
          <p:cNvSpPr txBox="1"/>
          <p:nvPr>
            <p:ph idx="1" type="subTitle"/>
          </p:nvPr>
        </p:nvSpPr>
        <p:spPr>
          <a:xfrm>
            <a:off x="1962550" y="3100575"/>
            <a:ext cx="5218500" cy="548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atin typeface="Manrope"/>
                <a:ea typeface="Manrope"/>
                <a:cs typeface="Manrope"/>
                <a:sym typeface="Manrop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3"/>
          <p:cNvSpPr/>
          <p:nvPr/>
        </p:nvSpPr>
        <p:spPr>
          <a:xfrm rot="-10285629">
            <a:off x="4140874" y="-2015123"/>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flipH="1">
            <a:off x="6818628" y="2586663"/>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rot="9748587">
            <a:off x="5601527" y="2021265"/>
            <a:ext cx="8200944" cy="301569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4102346">
            <a:off x="-2270967" y="3805847"/>
            <a:ext cx="9416338" cy="601377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813319">
            <a:off x="-3580677" y="-14257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txBox="1"/>
          <p:nvPr>
            <p:ph type="title"/>
          </p:nvPr>
        </p:nvSpPr>
        <p:spPr>
          <a:xfrm>
            <a:off x="716550" y="1929275"/>
            <a:ext cx="7410900" cy="1610100"/>
          </a:xfrm>
          <a:prstGeom prst="rect">
            <a:avLst/>
          </a:prstGeom>
          <a:noFill/>
          <a:ln>
            <a:noFill/>
          </a:ln>
        </p:spPr>
        <p:txBody>
          <a:bodyPr anchorCtr="0" anchor="b"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 name="Google Shape;26;p3"/>
          <p:cNvSpPr txBox="1"/>
          <p:nvPr>
            <p:ph hasCustomPrompt="1" idx="2" type="title"/>
          </p:nvPr>
        </p:nvSpPr>
        <p:spPr>
          <a:xfrm>
            <a:off x="723300" y="845239"/>
            <a:ext cx="1498200" cy="11235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6000"/>
              <a:buNone/>
              <a:defRPr sz="7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7" name="Google Shape;27;p3"/>
          <p:cNvSpPr txBox="1"/>
          <p:nvPr>
            <p:ph idx="1" type="subTitle"/>
          </p:nvPr>
        </p:nvSpPr>
        <p:spPr>
          <a:xfrm>
            <a:off x="716550" y="3578850"/>
            <a:ext cx="7410900" cy="7194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8" name="Google Shape;28;p3"/>
          <p:cNvSpPr/>
          <p:nvPr/>
        </p:nvSpPr>
        <p:spPr>
          <a:xfrm>
            <a:off x="3065327" y="-42009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4"/>
          <p:cNvSpPr/>
          <p:nvPr/>
        </p:nvSpPr>
        <p:spPr>
          <a:xfrm rot="813319">
            <a:off x="-704002" y="2342077"/>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rot="-5553048">
            <a:off x="-3421688" y="1600648"/>
            <a:ext cx="5990367" cy="5613156"/>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rgbClr val="AC9078">
              <a:alpha val="72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flipH="1" rot="-1460553">
            <a:off x="6702382" y="-661835"/>
            <a:ext cx="7471555" cy="4771732"/>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3657786">
            <a:off x="7243056" y="893138"/>
            <a:ext cx="4558957" cy="1365879"/>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3624623">
            <a:off x="5761668" y="608449"/>
            <a:ext cx="7826028" cy="2877832"/>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txBox="1"/>
          <p:nvPr>
            <p:ph type="title"/>
          </p:nvPr>
        </p:nvSpPr>
        <p:spPr>
          <a:xfrm>
            <a:off x="720000" y="437700"/>
            <a:ext cx="77028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 name="Google Shape;36;p4"/>
          <p:cNvSpPr txBox="1"/>
          <p:nvPr>
            <p:ph idx="1" type="body"/>
          </p:nvPr>
        </p:nvSpPr>
        <p:spPr>
          <a:xfrm>
            <a:off x="720000" y="1095450"/>
            <a:ext cx="7702800" cy="3610800"/>
          </a:xfrm>
          <a:prstGeom prst="rect">
            <a:avLst/>
          </a:prstGeom>
          <a:noFill/>
          <a:ln>
            <a:noFill/>
          </a:ln>
        </p:spPr>
        <p:txBody>
          <a:bodyPr anchorCtr="0" anchor="b" bIns="91425" lIns="91425" spcFirstLastPara="1" rIns="91425" wrap="square" tIns="91425">
            <a:noAutofit/>
          </a:bodyPr>
          <a:lstStyle>
            <a:lvl1pPr indent="-330200" lvl="0" marL="457200" rtl="0">
              <a:lnSpc>
                <a:spcPct val="100000"/>
              </a:lnSpc>
              <a:spcBef>
                <a:spcPts val="0"/>
              </a:spcBef>
              <a:spcAft>
                <a:spcPts val="0"/>
              </a:spcAft>
              <a:buSzPts val="1600"/>
              <a:buChar char="●"/>
              <a:defRPr sz="1250">
                <a:latin typeface="Manrope"/>
                <a:ea typeface="Manrope"/>
                <a:cs typeface="Manrope"/>
                <a:sym typeface="Manrope"/>
              </a:defRPr>
            </a:lvl1pPr>
            <a:lvl2pPr indent="-330200" lvl="1" marL="914400" rtl="0">
              <a:lnSpc>
                <a:spcPct val="100000"/>
              </a:lnSpc>
              <a:spcBef>
                <a:spcPts val="0"/>
              </a:spcBef>
              <a:spcAft>
                <a:spcPts val="0"/>
              </a:spcAft>
              <a:buSzPts val="1600"/>
              <a:buChar char="○"/>
              <a:defRPr/>
            </a:lvl2pPr>
            <a:lvl3pPr indent="-330200" lvl="2" marL="1371600" rtl="0">
              <a:lnSpc>
                <a:spcPct val="100000"/>
              </a:lnSpc>
              <a:spcBef>
                <a:spcPts val="0"/>
              </a:spcBef>
              <a:spcAft>
                <a:spcPts val="0"/>
              </a:spcAft>
              <a:buSzPts val="1600"/>
              <a:buChar char="■"/>
              <a:defRPr/>
            </a:lvl3pPr>
            <a:lvl4pPr indent="-330200" lvl="3" marL="1828800" rtl="0">
              <a:lnSpc>
                <a:spcPct val="100000"/>
              </a:lnSpc>
              <a:spcBef>
                <a:spcPts val="0"/>
              </a:spcBef>
              <a:spcAft>
                <a:spcPts val="0"/>
              </a:spcAft>
              <a:buSzPts val="1600"/>
              <a:buChar char="●"/>
              <a:defRPr/>
            </a:lvl4pPr>
            <a:lvl5pPr indent="-330200" lvl="4" marL="2286000" rtl="0">
              <a:lnSpc>
                <a:spcPct val="100000"/>
              </a:lnSpc>
              <a:spcBef>
                <a:spcPts val="0"/>
              </a:spcBef>
              <a:spcAft>
                <a:spcPts val="0"/>
              </a:spcAft>
              <a:buSzPts val="1600"/>
              <a:buChar char="○"/>
              <a:defRPr/>
            </a:lvl5pPr>
            <a:lvl6pPr indent="-330200" lvl="5" marL="2743200" rtl="0">
              <a:lnSpc>
                <a:spcPct val="100000"/>
              </a:lnSpc>
              <a:spcBef>
                <a:spcPts val="0"/>
              </a:spcBef>
              <a:spcAft>
                <a:spcPts val="0"/>
              </a:spcAft>
              <a:buSzPts val="1600"/>
              <a:buChar char="■"/>
              <a:defRPr/>
            </a:lvl6pPr>
            <a:lvl7pPr indent="-330200" lvl="6" marL="3200400" rtl="0">
              <a:lnSpc>
                <a:spcPct val="100000"/>
              </a:lnSpc>
              <a:spcBef>
                <a:spcPts val="0"/>
              </a:spcBef>
              <a:spcAft>
                <a:spcPts val="0"/>
              </a:spcAft>
              <a:buSzPts val="1600"/>
              <a:buChar char="●"/>
              <a:defRPr/>
            </a:lvl7pPr>
            <a:lvl8pPr indent="-330200" lvl="7" marL="3657600" rtl="0">
              <a:lnSpc>
                <a:spcPct val="100000"/>
              </a:lnSpc>
              <a:spcBef>
                <a:spcPts val="0"/>
              </a:spcBef>
              <a:spcAft>
                <a:spcPts val="0"/>
              </a:spcAft>
              <a:buSzPts val="1600"/>
              <a:buChar char="○"/>
              <a:defRPr/>
            </a:lvl8pPr>
            <a:lvl9pPr indent="-330200" lvl="8" marL="4114800" rtl="0">
              <a:lnSpc>
                <a:spcPct val="100000"/>
              </a:lnSpc>
              <a:spcBef>
                <a:spcPts val="0"/>
              </a:spcBef>
              <a:spcAft>
                <a:spcPts val="0"/>
              </a:spcAft>
              <a:buSzPts val="16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5"/>
          <p:cNvSpPr/>
          <p:nvPr/>
        </p:nvSpPr>
        <p:spPr>
          <a:xfrm>
            <a:off x="-4528356" y="1004988"/>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flipH="1" rot="-9405665">
            <a:off x="6846081" y="1281156"/>
            <a:ext cx="7310152" cy="6849835"/>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flipH="1" rot="1478505">
            <a:off x="3709533" y="-1000036"/>
            <a:ext cx="7826136" cy="2877871"/>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txBox="1"/>
          <p:nvPr>
            <p:ph type="title"/>
          </p:nvPr>
        </p:nvSpPr>
        <p:spPr>
          <a:xfrm flipH="1">
            <a:off x="720000" y="438912"/>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2" name="Google Shape;42;p5"/>
          <p:cNvSpPr txBox="1"/>
          <p:nvPr>
            <p:ph idx="2" type="title"/>
          </p:nvPr>
        </p:nvSpPr>
        <p:spPr>
          <a:xfrm>
            <a:off x="4789925" y="3371526"/>
            <a:ext cx="23253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3" name="Google Shape;43;p5"/>
          <p:cNvSpPr txBox="1"/>
          <p:nvPr>
            <p:ph idx="1" type="subTitle"/>
          </p:nvPr>
        </p:nvSpPr>
        <p:spPr>
          <a:xfrm>
            <a:off x="4789950" y="3879601"/>
            <a:ext cx="2325300" cy="62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44" name="Google Shape;44;p5"/>
          <p:cNvSpPr txBox="1"/>
          <p:nvPr>
            <p:ph idx="3" type="title"/>
          </p:nvPr>
        </p:nvSpPr>
        <p:spPr>
          <a:xfrm>
            <a:off x="2028750" y="3371526"/>
            <a:ext cx="23253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5" name="Google Shape;45;p5"/>
          <p:cNvSpPr txBox="1"/>
          <p:nvPr>
            <p:ph idx="4" type="subTitle"/>
          </p:nvPr>
        </p:nvSpPr>
        <p:spPr>
          <a:xfrm>
            <a:off x="2028775" y="3879601"/>
            <a:ext cx="2325300" cy="62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46" name="Google Shape;46;p5"/>
          <p:cNvSpPr/>
          <p:nvPr/>
        </p:nvSpPr>
        <p:spPr>
          <a:xfrm flipH="1" rot="9524149">
            <a:off x="-6659422" y="-2925302"/>
            <a:ext cx="9471569" cy="604904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rot="-9555841">
            <a:off x="-6785773" y="1808506"/>
            <a:ext cx="8200942" cy="301569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6"/>
          <p:cNvSpPr/>
          <p:nvPr/>
        </p:nvSpPr>
        <p:spPr>
          <a:xfrm flipH="1" rot="3394465">
            <a:off x="3077084" y="34332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a:off x="5867027" y="-12434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rot="3952094">
            <a:off x="4978836" y="-32116"/>
            <a:ext cx="7826127" cy="287786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flipH="1" rot="-649760">
            <a:off x="7075142" y="-713258"/>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rot="813319">
            <a:off x="-2477752" y="-30743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rot="-10285603">
            <a:off x="-4701904" y="3752842"/>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rot="-7426355">
            <a:off x="-5557542" y="1132830"/>
            <a:ext cx="7826046" cy="287783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txBox="1"/>
          <p:nvPr>
            <p:ph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7" name="Shape 57"/>
        <p:cNvGrpSpPr/>
        <p:nvPr/>
      </p:nvGrpSpPr>
      <p:grpSpPr>
        <a:xfrm>
          <a:off x="0" y="0"/>
          <a:ext cx="0" cy="0"/>
          <a:chOff x="0" y="0"/>
          <a:chExt cx="0" cy="0"/>
        </a:xfrm>
      </p:grpSpPr>
      <p:sp>
        <p:nvSpPr>
          <p:cNvPr id="58" name="Google Shape;58;p7"/>
          <p:cNvSpPr/>
          <p:nvPr/>
        </p:nvSpPr>
        <p:spPr>
          <a:xfrm flipH="1" rot="3394465">
            <a:off x="5041484" y="22860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rot="-10285603">
            <a:off x="7150321" y="-2266383"/>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flipH="1" rot="955394">
            <a:off x="1460861" y="-2197712"/>
            <a:ext cx="7826028" cy="2877832"/>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txBox="1"/>
          <p:nvPr>
            <p:ph idx="1" type="body"/>
          </p:nvPr>
        </p:nvSpPr>
        <p:spPr>
          <a:xfrm>
            <a:off x="4572000" y="1369325"/>
            <a:ext cx="3850500" cy="3332700"/>
          </a:xfrm>
          <a:prstGeom prst="rect">
            <a:avLst/>
          </a:prstGeom>
        </p:spPr>
        <p:txBody>
          <a:bodyPr anchorCtr="0" anchor="ctr" bIns="91425" lIns="91425" spcFirstLastPara="1" rIns="91425" wrap="square" tIns="91425">
            <a:noAutofit/>
          </a:bodyPr>
          <a:lstStyle>
            <a:lvl1pPr indent="-330200" lvl="0" marL="457200" rtl="0">
              <a:lnSpc>
                <a:spcPct val="100000"/>
              </a:lnSpc>
              <a:spcBef>
                <a:spcPts val="0"/>
              </a:spcBef>
              <a:spcAft>
                <a:spcPts val="0"/>
              </a:spcAft>
              <a:buSzPts val="1600"/>
              <a:buFont typeface="Nunito Light"/>
              <a:buChar char="●"/>
              <a:defRPr sz="1400"/>
            </a:lvl1pPr>
            <a:lvl2pPr indent="-330200" lvl="1" marL="914400" rtl="0">
              <a:lnSpc>
                <a:spcPct val="100000"/>
              </a:lnSpc>
              <a:spcBef>
                <a:spcPts val="0"/>
              </a:spcBef>
              <a:spcAft>
                <a:spcPts val="0"/>
              </a:spcAft>
              <a:buSzPts val="1600"/>
              <a:buFont typeface="Nunito Light"/>
              <a:buChar char="○"/>
              <a:defRPr/>
            </a:lvl2pPr>
            <a:lvl3pPr indent="-323850" lvl="2" marL="1371600" rtl="0">
              <a:lnSpc>
                <a:spcPct val="100000"/>
              </a:lnSpc>
              <a:spcBef>
                <a:spcPts val="1600"/>
              </a:spcBef>
              <a:spcAft>
                <a:spcPts val="0"/>
              </a:spcAft>
              <a:buSzPts val="1500"/>
              <a:buFont typeface="Nunito Light"/>
              <a:buChar char="■"/>
              <a:defRPr/>
            </a:lvl3pPr>
            <a:lvl4pPr indent="-323850" lvl="3" marL="1828800" rtl="0">
              <a:lnSpc>
                <a:spcPct val="100000"/>
              </a:lnSpc>
              <a:spcBef>
                <a:spcPts val="1600"/>
              </a:spcBef>
              <a:spcAft>
                <a:spcPts val="0"/>
              </a:spcAft>
              <a:buSzPts val="1500"/>
              <a:buFont typeface="Nunito Light"/>
              <a:buChar char="●"/>
              <a:defRPr/>
            </a:lvl4pPr>
            <a:lvl5pPr indent="-330200" lvl="4" marL="2286000" rtl="0">
              <a:lnSpc>
                <a:spcPct val="100000"/>
              </a:lnSpc>
              <a:spcBef>
                <a:spcPts val="1600"/>
              </a:spcBef>
              <a:spcAft>
                <a:spcPts val="0"/>
              </a:spcAft>
              <a:buSzPts val="1600"/>
              <a:buFont typeface="Nunito Light"/>
              <a:buChar char="○"/>
              <a:defRPr/>
            </a:lvl5pPr>
            <a:lvl6pPr indent="-330200" lvl="5" marL="2743200" rtl="0">
              <a:lnSpc>
                <a:spcPct val="100000"/>
              </a:lnSpc>
              <a:spcBef>
                <a:spcPts val="1600"/>
              </a:spcBef>
              <a:spcAft>
                <a:spcPts val="0"/>
              </a:spcAft>
              <a:buSzPts val="1600"/>
              <a:buFont typeface="Nunito Light"/>
              <a:buChar char="■"/>
              <a:defRPr/>
            </a:lvl6pPr>
            <a:lvl7pPr indent="-311150" lvl="6" marL="3200400" rtl="0">
              <a:lnSpc>
                <a:spcPct val="100000"/>
              </a:lnSpc>
              <a:spcBef>
                <a:spcPts val="1600"/>
              </a:spcBef>
              <a:spcAft>
                <a:spcPts val="0"/>
              </a:spcAft>
              <a:buSzPts val="1300"/>
              <a:buFont typeface="Nunito Light"/>
              <a:buChar char="●"/>
              <a:defRPr/>
            </a:lvl7pPr>
            <a:lvl8pPr indent="-311150" lvl="7" marL="3657600" rtl="0">
              <a:lnSpc>
                <a:spcPct val="100000"/>
              </a:lnSpc>
              <a:spcBef>
                <a:spcPts val="1600"/>
              </a:spcBef>
              <a:spcAft>
                <a:spcPts val="0"/>
              </a:spcAft>
              <a:buSzPts val="1300"/>
              <a:buFont typeface="Nunito Light"/>
              <a:buChar char="○"/>
              <a:defRPr/>
            </a:lvl8pPr>
            <a:lvl9pPr indent="-330200" lvl="8" marL="4114800" rtl="0">
              <a:lnSpc>
                <a:spcPct val="100000"/>
              </a:lnSpc>
              <a:spcBef>
                <a:spcPts val="1600"/>
              </a:spcBef>
              <a:spcAft>
                <a:spcPts val="1600"/>
              </a:spcAft>
              <a:buSzPts val="1600"/>
              <a:buFont typeface="Nunito Light"/>
              <a:buChar char="■"/>
              <a:defRPr/>
            </a:lvl9pPr>
          </a:lstStyle>
          <a:p/>
        </p:txBody>
      </p:sp>
      <p:sp>
        <p:nvSpPr>
          <p:cNvPr id="62" name="Google Shape;62;p7"/>
          <p:cNvSpPr txBox="1"/>
          <p:nvPr>
            <p:ph type="title"/>
          </p:nvPr>
        </p:nvSpPr>
        <p:spPr>
          <a:xfrm>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3" name="Shape 63"/>
        <p:cNvGrpSpPr/>
        <p:nvPr/>
      </p:nvGrpSpPr>
      <p:grpSpPr>
        <a:xfrm>
          <a:off x="0" y="0"/>
          <a:ext cx="0" cy="0"/>
          <a:chOff x="0" y="0"/>
          <a:chExt cx="0" cy="0"/>
        </a:xfrm>
      </p:grpSpPr>
      <p:sp>
        <p:nvSpPr>
          <p:cNvPr id="64" name="Google Shape;64;p8"/>
          <p:cNvSpPr/>
          <p:nvPr/>
        </p:nvSpPr>
        <p:spPr>
          <a:xfrm flipH="1" rot="-813319">
            <a:off x="4432698" y="-342427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8"/>
          <p:cNvSpPr/>
          <p:nvPr/>
        </p:nvSpPr>
        <p:spPr>
          <a:xfrm rot="649785">
            <a:off x="-1816445" y="-738425"/>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8"/>
          <p:cNvSpPr/>
          <p:nvPr/>
        </p:nvSpPr>
        <p:spPr>
          <a:xfrm flipH="1">
            <a:off x="620870" y="2238100"/>
            <a:ext cx="7471673" cy="477180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flipH="1" rot="-8823147">
            <a:off x="5492915" y="2808773"/>
            <a:ext cx="5990392" cy="5613180"/>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flipH="1">
            <a:off x="-2254122" y="-142500"/>
            <a:ext cx="4935815" cy="3769836"/>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p:nvPr/>
        </p:nvSpPr>
        <p:spPr>
          <a:xfrm flipH="1" rot="-649785">
            <a:off x="3942880" y="4401125"/>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p:nvPr/>
        </p:nvSpPr>
        <p:spPr>
          <a:xfrm flipH="1" rot="-1244193">
            <a:off x="-2695083" y="-777268"/>
            <a:ext cx="7826096" cy="287785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8"/>
          <p:cNvSpPr/>
          <p:nvPr/>
        </p:nvSpPr>
        <p:spPr>
          <a:xfrm flipH="1" rot="9555807">
            <a:off x="7511217" y="2297294"/>
            <a:ext cx="7826096" cy="287785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txBox="1"/>
          <p:nvPr>
            <p:ph type="title"/>
          </p:nvPr>
        </p:nvSpPr>
        <p:spPr>
          <a:xfrm>
            <a:off x="1796850" y="1301800"/>
            <a:ext cx="5550300" cy="2539800"/>
          </a:xfrm>
          <a:prstGeom prst="rect">
            <a:avLst/>
          </a:prstGeom>
        </p:spPr>
        <p:txBody>
          <a:bodyPr anchorCtr="0" anchor="ctr" bIns="91425" lIns="91425" spcFirstLastPara="1" rIns="91425" wrap="square" tIns="91425">
            <a:noAutofit/>
          </a:bodyPr>
          <a:lstStyle>
            <a:lvl1pPr lvl="0" rtl="0" algn="ctr">
              <a:lnSpc>
                <a:spcPct val="80000"/>
              </a:lnSpc>
              <a:spcBef>
                <a:spcPts val="0"/>
              </a:spcBef>
              <a:spcAft>
                <a:spcPts val="0"/>
              </a:spcAft>
              <a:buSzPts val="4800"/>
              <a:buNone/>
              <a:defRPr sz="8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3" name="Shape 73"/>
        <p:cNvGrpSpPr/>
        <p:nvPr/>
      </p:nvGrpSpPr>
      <p:grpSpPr>
        <a:xfrm>
          <a:off x="0" y="0"/>
          <a:ext cx="0" cy="0"/>
          <a:chOff x="0" y="0"/>
          <a:chExt cx="0" cy="0"/>
        </a:xfrm>
      </p:grpSpPr>
      <p:sp>
        <p:nvSpPr>
          <p:cNvPr id="74" name="Google Shape;74;p9"/>
          <p:cNvSpPr/>
          <p:nvPr/>
        </p:nvSpPr>
        <p:spPr>
          <a:xfrm rot="813319">
            <a:off x="-2477752" y="-50555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9"/>
          <p:cNvSpPr/>
          <p:nvPr/>
        </p:nvSpPr>
        <p:spPr>
          <a:xfrm flipH="1" rot="3394465">
            <a:off x="4067684" y="51096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a:off x="7010027" y="-12434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
          <p:cNvSpPr/>
          <p:nvPr/>
        </p:nvSpPr>
        <p:spPr>
          <a:xfrm rot="3406877">
            <a:off x="3098060" y="-32126"/>
            <a:ext cx="7826090" cy="2877855"/>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9"/>
          <p:cNvSpPr/>
          <p:nvPr/>
        </p:nvSpPr>
        <p:spPr>
          <a:xfrm flipH="1" rot="-649760">
            <a:off x="7075142" y="-713258"/>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9"/>
          <p:cNvSpPr/>
          <p:nvPr/>
        </p:nvSpPr>
        <p:spPr>
          <a:xfrm rot="-10285603">
            <a:off x="-4701904" y="3752842"/>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9"/>
          <p:cNvSpPr/>
          <p:nvPr/>
        </p:nvSpPr>
        <p:spPr>
          <a:xfrm rot="-7426355">
            <a:off x="-5557542" y="1132830"/>
            <a:ext cx="7826046" cy="287783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9"/>
          <p:cNvSpPr txBox="1"/>
          <p:nvPr>
            <p:ph type="title"/>
          </p:nvPr>
        </p:nvSpPr>
        <p:spPr>
          <a:xfrm>
            <a:off x="723300" y="775600"/>
            <a:ext cx="6137400" cy="17844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800"/>
              <a:buNone/>
              <a:defRPr sz="5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2" name="Google Shape;82;p9"/>
          <p:cNvSpPr txBox="1"/>
          <p:nvPr>
            <p:ph idx="1" type="subTitle"/>
          </p:nvPr>
        </p:nvSpPr>
        <p:spPr>
          <a:xfrm>
            <a:off x="799500" y="2583500"/>
            <a:ext cx="6137400" cy="178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3" name="Shape 83"/>
        <p:cNvGrpSpPr/>
        <p:nvPr/>
      </p:nvGrpSpPr>
      <p:grpSpPr>
        <a:xfrm>
          <a:off x="0" y="0"/>
          <a:ext cx="0" cy="0"/>
          <a:chOff x="0" y="0"/>
          <a:chExt cx="0" cy="0"/>
        </a:xfrm>
      </p:grpSpPr>
      <p:sp>
        <p:nvSpPr>
          <p:cNvPr id="84" name="Google Shape;84;p10"/>
          <p:cNvSpPr/>
          <p:nvPr>
            <p:ph idx="2" type="pic"/>
          </p:nvPr>
        </p:nvSpPr>
        <p:spPr>
          <a:xfrm>
            <a:off x="0" y="0"/>
            <a:ext cx="9144000" cy="5143500"/>
          </a:xfrm>
          <a:prstGeom prst="rect">
            <a:avLst/>
          </a:prstGeom>
          <a:noFill/>
          <a:ln>
            <a:noFill/>
          </a:ln>
        </p:spPr>
      </p:sp>
      <p:sp>
        <p:nvSpPr>
          <p:cNvPr id="85" name="Google Shape;85;p10"/>
          <p:cNvSpPr txBox="1"/>
          <p:nvPr>
            <p:ph type="title"/>
          </p:nvPr>
        </p:nvSpPr>
        <p:spPr>
          <a:xfrm>
            <a:off x="723300" y="1315950"/>
            <a:ext cx="2771700" cy="251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sz="36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6" name="Shape 86"/>
        <p:cNvGrpSpPr/>
        <p:nvPr/>
      </p:nvGrpSpPr>
      <p:grpSpPr>
        <a:xfrm>
          <a:off x="0" y="0"/>
          <a:ext cx="0" cy="0"/>
          <a:chOff x="0" y="0"/>
          <a:chExt cx="0" cy="0"/>
        </a:xfrm>
      </p:grpSpPr>
      <p:sp>
        <p:nvSpPr>
          <p:cNvPr id="87" name="Google Shape;87;p11"/>
          <p:cNvSpPr/>
          <p:nvPr/>
        </p:nvSpPr>
        <p:spPr>
          <a:xfrm rot="-10285629">
            <a:off x="5066449" y="-2124373"/>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flipH="1">
            <a:off x="7942003" y="1004988"/>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1"/>
          <p:cNvSpPr/>
          <p:nvPr/>
        </p:nvSpPr>
        <p:spPr>
          <a:xfrm rot="2839443">
            <a:off x="-308418" y="2442034"/>
            <a:ext cx="6402141" cy="5689181"/>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1"/>
          <p:cNvSpPr/>
          <p:nvPr/>
        </p:nvSpPr>
        <p:spPr>
          <a:xfrm rot="9405665">
            <a:off x="-4305365" y="1281181"/>
            <a:ext cx="7310152" cy="6849835"/>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1"/>
          <p:cNvSpPr/>
          <p:nvPr/>
        </p:nvSpPr>
        <p:spPr>
          <a:xfrm rot="-1478505">
            <a:off x="-2334601" y="-1000036"/>
            <a:ext cx="7826136" cy="2877871"/>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1"/>
          <p:cNvSpPr/>
          <p:nvPr/>
        </p:nvSpPr>
        <p:spPr>
          <a:xfrm flipH="1" rot="9555841">
            <a:off x="7023452" y="1808506"/>
            <a:ext cx="8200942" cy="301569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1"/>
          <p:cNvSpPr txBox="1"/>
          <p:nvPr>
            <p:ph hasCustomPrompt="1" type="title"/>
          </p:nvPr>
        </p:nvSpPr>
        <p:spPr>
          <a:xfrm>
            <a:off x="1248600" y="1528200"/>
            <a:ext cx="6646800" cy="1536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9600"/>
              <a:buNone/>
              <a:defRPr sz="11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94" name="Google Shape;94;p11"/>
          <p:cNvSpPr txBox="1"/>
          <p:nvPr>
            <p:ph idx="1" type="subTitle"/>
          </p:nvPr>
        </p:nvSpPr>
        <p:spPr>
          <a:xfrm>
            <a:off x="1248450" y="3114175"/>
            <a:ext cx="66468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95" name="Shape 9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20">
    <p:spTree>
      <p:nvGrpSpPr>
        <p:cNvPr id="96" name="Shape 96"/>
        <p:cNvGrpSpPr/>
        <p:nvPr/>
      </p:nvGrpSpPr>
      <p:grpSpPr>
        <a:xfrm>
          <a:off x="0" y="0"/>
          <a:ext cx="0" cy="0"/>
          <a:chOff x="0" y="0"/>
          <a:chExt cx="0" cy="0"/>
        </a:xfrm>
      </p:grpSpPr>
      <p:sp>
        <p:nvSpPr>
          <p:cNvPr id="97" name="Google Shape;97;p13"/>
          <p:cNvSpPr/>
          <p:nvPr/>
        </p:nvSpPr>
        <p:spPr>
          <a:xfrm flipH="1" rot="-514371">
            <a:off x="4546199" y="581678"/>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rot="10800000">
            <a:off x="6590028" y="-1830528"/>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rot="1051413">
            <a:off x="5372927" y="-597860"/>
            <a:ext cx="8200944" cy="301569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rot="6697654">
            <a:off x="-3373442" y="-4867145"/>
            <a:ext cx="9416338" cy="601377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flipH="1" rot="9986681">
            <a:off x="-4180552" y="1043048"/>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txBox="1"/>
          <p:nvPr>
            <p:ph type="title"/>
          </p:nvPr>
        </p:nvSpPr>
        <p:spPr>
          <a:xfrm>
            <a:off x="3394963" y="1596925"/>
            <a:ext cx="3855600" cy="16101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3" name="Google Shape;103;p13"/>
          <p:cNvSpPr txBox="1"/>
          <p:nvPr>
            <p:ph hasCustomPrompt="1" idx="2" type="title"/>
          </p:nvPr>
        </p:nvSpPr>
        <p:spPr>
          <a:xfrm>
            <a:off x="1893438" y="1677639"/>
            <a:ext cx="1498200" cy="11235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6000"/>
              <a:buNone/>
              <a:defRPr sz="7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4" name="Google Shape;104;p13"/>
          <p:cNvSpPr txBox="1"/>
          <p:nvPr>
            <p:ph idx="1" type="subTitle"/>
          </p:nvPr>
        </p:nvSpPr>
        <p:spPr>
          <a:xfrm>
            <a:off x="3394963" y="3246489"/>
            <a:ext cx="2752500" cy="7194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05" name="Google Shape;105;p13"/>
          <p:cNvSpPr/>
          <p:nvPr/>
        </p:nvSpPr>
        <p:spPr>
          <a:xfrm flipH="1" rot="10800000">
            <a:off x="779327" y="3478782"/>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21">
    <p:spTree>
      <p:nvGrpSpPr>
        <p:cNvPr id="106" name="Shape 106"/>
        <p:cNvGrpSpPr/>
        <p:nvPr/>
      </p:nvGrpSpPr>
      <p:grpSpPr>
        <a:xfrm>
          <a:off x="0" y="0"/>
          <a:ext cx="0" cy="0"/>
          <a:chOff x="0" y="0"/>
          <a:chExt cx="0" cy="0"/>
        </a:xfrm>
      </p:grpSpPr>
      <p:sp>
        <p:nvSpPr>
          <p:cNvPr id="107" name="Google Shape;107;p14"/>
          <p:cNvSpPr/>
          <p:nvPr/>
        </p:nvSpPr>
        <p:spPr>
          <a:xfrm rot="-10285629">
            <a:off x="4140874" y="-2015123"/>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flipH="1">
            <a:off x="6818628" y="2586663"/>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flipH="1" rot="9748587">
            <a:off x="5601527" y="2021265"/>
            <a:ext cx="8200944" cy="301569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flipH="1" rot="4102346">
            <a:off x="-2270967" y="3805847"/>
            <a:ext cx="9416338" cy="601377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rot="813319">
            <a:off x="-3580677" y="-14257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txBox="1"/>
          <p:nvPr>
            <p:ph type="title"/>
          </p:nvPr>
        </p:nvSpPr>
        <p:spPr>
          <a:xfrm>
            <a:off x="1549950" y="1929275"/>
            <a:ext cx="6044100" cy="1610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3" name="Google Shape;113;p14"/>
          <p:cNvSpPr txBox="1"/>
          <p:nvPr>
            <p:ph hasCustomPrompt="1" idx="2" type="title"/>
          </p:nvPr>
        </p:nvSpPr>
        <p:spPr>
          <a:xfrm>
            <a:off x="3822900" y="845239"/>
            <a:ext cx="1498200" cy="11235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6000"/>
              <a:buNone/>
              <a:defRPr sz="7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4" name="Google Shape;114;p14"/>
          <p:cNvSpPr txBox="1"/>
          <p:nvPr>
            <p:ph idx="1" type="subTitle"/>
          </p:nvPr>
        </p:nvSpPr>
        <p:spPr>
          <a:xfrm>
            <a:off x="2414570" y="3578849"/>
            <a:ext cx="4314900" cy="7194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15" name="Google Shape;115;p14"/>
          <p:cNvSpPr/>
          <p:nvPr/>
        </p:nvSpPr>
        <p:spPr>
          <a:xfrm>
            <a:off x="3065327" y="-42009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35">
    <p:spTree>
      <p:nvGrpSpPr>
        <p:cNvPr id="116" name="Shape 116"/>
        <p:cNvGrpSpPr/>
        <p:nvPr/>
      </p:nvGrpSpPr>
      <p:grpSpPr>
        <a:xfrm>
          <a:off x="0" y="0"/>
          <a:ext cx="0" cy="0"/>
          <a:chOff x="0" y="0"/>
          <a:chExt cx="0" cy="0"/>
        </a:xfrm>
      </p:grpSpPr>
      <p:sp>
        <p:nvSpPr>
          <p:cNvPr id="117" name="Google Shape;117;p15"/>
          <p:cNvSpPr/>
          <p:nvPr/>
        </p:nvSpPr>
        <p:spPr>
          <a:xfrm rot="-10285629">
            <a:off x="4140874" y="-2015123"/>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flipH="1">
            <a:off x="6818628" y="2586663"/>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flipH="1" rot="9748587">
            <a:off x="5601527" y="2021265"/>
            <a:ext cx="8200944" cy="301569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flipH="1" rot="4102346">
            <a:off x="-2270967" y="3805847"/>
            <a:ext cx="9416338" cy="601377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rot="813319">
            <a:off x="-3580677" y="-14257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txBox="1"/>
          <p:nvPr>
            <p:ph type="title"/>
          </p:nvPr>
        </p:nvSpPr>
        <p:spPr>
          <a:xfrm>
            <a:off x="1309450" y="2081675"/>
            <a:ext cx="6746400" cy="16101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3" name="Google Shape;123;p15"/>
          <p:cNvSpPr txBox="1"/>
          <p:nvPr>
            <p:ph hasCustomPrompt="1" idx="2" type="title"/>
          </p:nvPr>
        </p:nvSpPr>
        <p:spPr>
          <a:xfrm>
            <a:off x="6066050" y="691889"/>
            <a:ext cx="1498200" cy="11235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6000"/>
              <a:buNone/>
              <a:defRPr sz="7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24" name="Google Shape;124;p15"/>
          <p:cNvSpPr txBox="1"/>
          <p:nvPr>
            <p:ph idx="1" type="subTitle"/>
          </p:nvPr>
        </p:nvSpPr>
        <p:spPr>
          <a:xfrm>
            <a:off x="1309450" y="3731250"/>
            <a:ext cx="6746400" cy="7194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25" name="Google Shape;125;p15"/>
          <p:cNvSpPr/>
          <p:nvPr/>
        </p:nvSpPr>
        <p:spPr>
          <a:xfrm>
            <a:off x="3065327" y="-42009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6" name="Shape 126"/>
        <p:cNvGrpSpPr/>
        <p:nvPr/>
      </p:nvGrpSpPr>
      <p:grpSpPr>
        <a:xfrm>
          <a:off x="0" y="0"/>
          <a:ext cx="0" cy="0"/>
          <a:chOff x="0" y="0"/>
          <a:chExt cx="0" cy="0"/>
        </a:xfrm>
      </p:grpSpPr>
      <p:sp>
        <p:nvSpPr>
          <p:cNvPr id="127" name="Google Shape;127;p16"/>
          <p:cNvSpPr/>
          <p:nvPr/>
        </p:nvSpPr>
        <p:spPr>
          <a:xfrm flipH="1" rot="9339447">
            <a:off x="-5157706" y="2195120"/>
            <a:ext cx="7471555" cy="4771732"/>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1118566" y="1549193"/>
            <a:ext cx="1350837" cy="973145"/>
          </a:xfrm>
          <a:custGeom>
            <a:rect b="b" l="l" r="r" t="t"/>
            <a:pathLst>
              <a:path extrusionOk="0" h="13563" w="18827">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flipH="1">
            <a:off x="4816263" y="1549200"/>
            <a:ext cx="1350837" cy="973145"/>
          </a:xfrm>
          <a:custGeom>
            <a:rect b="b" l="l" r="r" t="t"/>
            <a:pathLst>
              <a:path extrusionOk="0" h="13563" w="18827">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6"/>
          <p:cNvSpPr/>
          <p:nvPr/>
        </p:nvSpPr>
        <p:spPr>
          <a:xfrm flipH="1">
            <a:off x="6912085" y="1489537"/>
            <a:ext cx="1162249" cy="1032817"/>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rgbClr val="AC9078">
              <a:alpha val="72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a:off x="3050700" y="1519363"/>
            <a:ext cx="1095097" cy="973144"/>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rot="-10285603">
            <a:off x="7150321" y="-2266383"/>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rot="649785">
            <a:off x="6848027" y="-244025"/>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rot="813319">
            <a:off x="-4299402" y="-47175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rot="9089871">
            <a:off x="7049951" y="1893780"/>
            <a:ext cx="7826200" cy="2877895"/>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rot="-576017">
            <a:off x="-4825529" y="-672274"/>
            <a:ext cx="7826074" cy="287784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txBox="1"/>
          <p:nvPr>
            <p:ph type="title"/>
          </p:nvPr>
        </p:nvSpPr>
        <p:spPr>
          <a:xfrm>
            <a:off x="732775" y="2632300"/>
            <a:ext cx="1836000" cy="8373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8" name="Google Shape;138;p16"/>
          <p:cNvSpPr txBox="1"/>
          <p:nvPr>
            <p:ph idx="1" type="subTitle"/>
          </p:nvPr>
        </p:nvSpPr>
        <p:spPr>
          <a:xfrm>
            <a:off x="732787" y="3511716"/>
            <a:ext cx="1836000" cy="837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39" name="Google Shape;139;p16"/>
          <p:cNvSpPr txBox="1"/>
          <p:nvPr>
            <p:ph hasCustomPrompt="1" idx="2" type="title"/>
          </p:nvPr>
        </p:nvSpPr>
        <p:spPr>
          <a:xfrm>
            <a:off x="732776" y="1811839"/>
            <a:ext cx="18360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0" name="Google Shape;140;p16"/>
          <p:cNvSpPr txBox="1"/>
          <p:nvPr>
            <p:ph idx="3" type="title"/>
          </p:nvPr>
        </p:nvSpPr>
        <p:spPr>
          <a:xfrm>
            <a:off x="2680250" y="2632300"/>
            <a:ext cx="1836000" cy="8373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1" name="Google Shape;141;p16"/>
          <p:cNvSpPr txBox="1"/>
          <p:nvPr>
            <p:ph idx="4" type="subTitle"/>
          </p:nvPr>
        </p:nvSpPr>
        <p:spPr>
          <a:xfrm>
            <a:off x="2680262" y="3511716"/>
            <a:ext cx="1836000" cy="837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42" name="Google Shape;142;p16"/>
          <p:cNvSpPr txBox="1"/>
          <p:nvPr>
            <p:ph idx="5" type="title"/>
          </p:nvPr>
        </p:nvSpPr>
        <p:spPr>
          <a:xfrm>
            <a:off x="4627725" y="2632300"/>
            <a:ext cx="1836000" cy="8373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3" name="Google Shape;143;p16"/>
          <p:cNvSpPr txBox="1"/>
          <p:nvPr>
            <p:ph idx="6" type="subTitle"/>
          </p:nvPr>
        </p:nvSpPr>
        <p:spPr>
          <a:xfrm>
            <a:off x="4627737" y="3511716"/>
            <a:ext cx="1836000" cy="837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44" name="Google Shape;144;p16"/>
          <p:cNvSpPr txBox="1"/>
          <p:nvPr>
            <p:ph idx="7" type="title"/>
          </p:nvPr>
        </p:nvSpPr>
        <p:spPr>
          <a:xfrm>
            <a:off x="6575200" y="2632300"/>
            <a:ext cx="1836000" cy="8373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5" name="Google Shape;145;p16"/>
          <p:cNvSpPr txBox="1"/>
          <p:nvPr>
            <p:ph idx="8" type="subTitle"/>
          </p:nvPr>
        </p:nvSpPr>
        <p:spPr>
          <a:xfrm>
            <a:off x="6575212" y="3511716"/>
            <a:ext cx="1836000" cy="837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46" name="Google Shape;146;p16"/>
          <p:cNvSpPr txBox="1"/>
          <p:nvPr>
            <p:ph hasCustomPrompt="1" idx="9" type="title"/>
          </p:nvPr>
        </p:nvSpPr>
        <p:spPr>
          <a:xfrm>
            <a:off x="2680246" y="1811839"/>
            <a:ext cx="18360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7" name="Google Shape;147;p16"/>
          <p:cNvSpPr txBox="1"/>
          <p:nvPr>
            <p:ph hasCustomPrompt="1" idx="13" type="title"/>
          </p:nvPr>
        </p:nvSpPr>
        <p:spPr>
          <a:xfrm>
            <a:off x="4627721" y="1811839"/>
            <a:ext cx="18360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8" name="Google Shape;148;p16"/>
          <p:cNvSpPr txBox="1"/>
          <p:nvPr>
            <p:ph hasCustomPrompt="1" idx="14" type="title"/>
          </p:nvPr>
        </p:nvSpPr>
        <p:spPr>
          <a:xfrm>
            <a:off x="6575196" y="1811839"/>
            <a:ext cx="18360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9" name="Google Shape;149;p16"/>
          <p:cNvSpPr txBox="1"/>
          <p:nvPr>
            <p:ph idx="15"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7">
    <p:spTree>
      <p:nvGrpSpPr>
        <p:cNvPr id="150" name="Shape 150"/>
        <p:cNvGrpSpPr/>
        <p:nvPr/>
      </p:nvGrpSpPr>
      <p:grpSpPr>
        <a:xfrm>
          <a:off x="0" y="0"/>
          <a:ext cx="0" cy="0"/>
          <a:chOff x="0" y="0"/>
          <a:chExt cx="0" cy="0"/>
        </a:xfrm>
      </p:grpSpPr>
      <p:sp>
        <p:nvSpPr>
          <p:cNvPr id="151" name="Google Shape;151;p17"/>
          <p:cNvSpPr/>
          <p:nvPr/>
        </p:nvSpPr>
        <p:spPr>
          <a:xfrm rot="-9339447">
            <a:off x="7118442" y="3216520"/>
            <a:ext cx="7471555" cy="4771732"/>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p:nvPr/>
        </p:nvSpPr>
        <p:spPr>
          <a:xfrm flipH="1" rot="10285603">
            <a:off x="-6088365" y="-1617883"/>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7"/>
          <p:cNvSpPr/>
          <p:nvPr/>
        </p:nvSpPr>
        <p:spPr>
          <a:xfrm flipH="1" rot="-649785">
            <a:off x="-1251909" y="-487200"/>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
          <p:cNvSpPr/>
          <p:nvPr/>
        </p:nvSpPr>
        <p:spPr>
          <a:xfrm flipH="1" rot="-813319">
            <a:off x="7653159" y="-3566398"/>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7"/>
          <p:cNvSpPr/>
          <p:nvPr/>
        </p:nvSpPr>
        <p:spPr>
          <a:xfrm flipH="1" rot="-9989847">
            <a:off x="-4910832" y="2960605"/>
            <a:ext cx="7826215" cy="2877900"/>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7"/>
          <p:cNvSpPr/>
          <p:nvPr/>
        </p:nvSpPr>
        <p:spPr>
          <a:xfrm flipH="1" rot="-323977">
            <a:off x="6050295" y="-977077"/>
            <a:ext cx="7826148" cy="2877876"/>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7"/>
          <p:cNvSpPr txBox="1"/>
          <p:nvPr>
            <p:ph type="title"/>
          </p:nvPr>
        </p:nvSpPr>
        <p:spPr>
          <a:xfrm>
            <a:off x="1987675" y="1412700"/>
            <a:ext cx="2430000" cy="8373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8" name="Google Shape;158;p17"/>
          <p:cNvSpPr txBox="1"/>
          <p:nvPr>
            <p:ph idx="1" type="subTitle"/>
          </p:nvPr>
        </p:nvSpPr>
        <p:spPr>
          <a:xfrm>
            <a:off x="1987700" y="2292125"/>
            <a:ext cx="2430000" cy="61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59" name="Google Shape;159;p17"/>
          <p:cNvSpPr txBox="1"/>
          <p:nvPr>
            <p:ph hasCustomPrompt="1" idx="2" type="title"/>
          </p:nvPr>
        </p:nvSpPr>
        <p:spPr>
          <a:xfrm>
            <a:off x="845800" y="1888050"/>
            <a:ext cx="812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0" name="Google Shape;160;p17"/>
          <p:cNvSpPr txBox="1"/>
          <p:nvPr>
            <p:ph idx="3" type="title"/>
          </p:nvPr>
        </p:nvSpPr>
        <p:spPr>
          <a:xfrm>
            <a:off x="1928100" y="3162748"/>
            <a:ext cx="2430000" cy="8373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1" name="Google Shape;161;p17"/>
          <p:cNvSpPr txBox="1"/>
          <p:nvPr>
            <p:ph idx="4" type="subTitle"/>
          </p:nvPr>
        </p:nvSpPr>
        <p:spPr>
          <a:xfrm>
            <a:off x="1928125" y="4042172"/>
            <a:ext cx="2430000" cy="61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62" name="Google Shape;162;p17"/>
          <p:cNvSpPr txBox="1"/>
          <p:nvPr>
            <p:ph idx="5" type="title"/>
          </p:nvPr>
        </p:nvSpPr>
        <p:spPr>
          <a:xfrm>
            <a:off x="6000750" y="1412688"/>
            <a:ext cx="2430000" cy="8373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3" name="Google Shape;163;p17"/>
          <p:cNvSpPr txBox="1"/>
          <p:nvPr>
            <p:ph idx="6" type="subTitle"/>
          </p:nvPr>
        </p:nvSpPr>
        <p:spPr>
          <a:xfrm>
            <a:off x="6000775" y="2292102"/>
            <a:ext cx="2430000" cy="61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64" name="Google Shape;164;p17"/>
          <p:cNvSpPr txBox="1"/>
          <p:nvPr>
            <p:ph idx="7" type="title"/>
          </p:nvPr>
        </p:nvSpPr>
        <p:spPr>
          <a:xfrm>
            <a:off x="5981196" y="3162738"/>
            <a:ext cx="2430000" cy="8373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5" name="Google Shape;165;p17"/>
          <p:cNvSpPr txBox="1"/>
          <p:nvPr>
            <p:ph idx="8" type="subTitle"/>
          </p:nvPr>
        </p:nvSpPr>
        <p:spPr>
          <a:xfrm>
            <a:off x="5981200" y="4042161"/>
            <a:ext cx="2430000" cy="61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66" name="Google Shape;166;p17"/>
          <p:cNvSpPr txBox="1"/>
          <p:nvPr>
            <p:ph hasCustomPrompt="1" idx="9" type="title"/>
          </p:nvPr>
        </p:nvSpPr>
        <p:spPr>
          <a:xfrm>
            <a:off x="845798" y="3644250"/>
            <a:ext cx="812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7" name="Google Shape;167;p17"/>
          <p:cNvSpPr txBox="1"/>
          <p:nvPr>
            <p:ph hasCustomPrompt="1" idx="13" type="title"/>
          </p:nvPr>
        </p:nvSpPr>
        <p:spPr>
          <a:xfrm>
            <a:off x="4895098" y="1888050"/>
            <a:ext cx="812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8" name="Google Shape;168;p17"/>
          <p:cNvSpPr txBox="1"/>
          <p:nvPr>
            <p:ph hasCustomPrompt="1" idx="14" type="title"/>
          </p:nvPr>
        </p:nvSpPr>
        <p:spPr>
          <a:xfrm>
            <a:off x="4895098" y="3644250"/>
            <a:ext cx="812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9" name="Google Shape;169;p17"/>
          <p:cNvSpPr txBox="1"/>
          <p:nvPr>
            <p:ph idx="15"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70" name="Shape 170"/>
        <p:cNvGrpSpPr/>
        <p:nvPr/>
      </p:nvGrpSpPr>
      <p:grpSpPr>
        <a:xfrm>
          <a:off x="0" y="0"/>
          <a:ext cx="0" cy="0"/>
          <a:chOff x="0" y="0"/>
          <a:chExt cx="0" cy="0"/>
        </a:xfrm>
      </p:grpSpPr>
      <p:sp>
        <p:nvSpPr>
          <p:cNvPr id="171" name="Google Shape;171;p18"/>
          <p:cNvSpPr txBox="1"/>
          <p:nvPr>
            <p:ph type="title"/>
          </p:nvPr>
        </p:nvSpPr>
        <p:spPr>
          <a:xfrm>
            <a:off x="723300" y="3402013"/>
            <a:ext cx="3848700" cy="5319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25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72" name="Google Shape;172;p18"/>
          <p:cNvSpPr txBox="1"/>
          <p:nvPr>
            <p:ph idx="1" type="subTitle"/>
          </p:nvPr>
        </p:nvSpPr>
        <p:spPr>
          <a:xfrm>
            <a:off x="723350" y="822500"/>
            <a:ext cx="4902000" cy="2078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3000"/>
              <a:buNone/>
              <a:defRPr sz="25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32">
    <p:spTree>
      <p:nvGrpSpPr>
        <p:cNvPr id="173" name="Shape 173"/>
        <p:cNvGrpSpPr/>
        <p:nvPr/>
      </p:nvGrpSpPr>
      <p:grpSpPr>
        <a:xfrm>
          <a:off x="0" y="0"/>
          <a:ext cx="0" cy="0"/>
          <a:chOff x="0" y="0"/>
          <a:chExt cx="0" cy="0"/>
        </a:xfrm>
      </p:grpSpPr>
      <p:sp>
        <p:nvSpPr>
          <p:cNvPr id="174" name="Google Shape;174;p19"/>
          <p:cNvSpPr/>
          <p:nvPr/>
        </p:nvSpPr>
        <p:spPr>
          <a:xfrm flipH="1" rot="-7269862">
            <a:off x="1986429" y="-4605738"/>
            <a:ext cx="7471639" cy="4771786"/>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9"/>
          <p:cNvSpPr/>
          <p:nvPr/>
        </p:nvSpPr>
        <p:spPr>
          <a:xfrm rot="-10558870">
            <a:off x="5522782" y="-185325"/>
            <a:ext cx="6402110" cy="5689154"/>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9"/>
          <p:cNvSpPr/>
          <p:nvPr/>
        </p:nvSpPr>
        <p:spPr>
          <a:xfrm rot="6189239">
            <a:off x="4325710" y="1085979"/>
            <a:ext cx="7825966" cy="2877809"/>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9"/>
          <p:cNvSpPr/>
          <p:nvPr/>
        </p:nvSpPr>
        <p:spPr>
          <a:xfrm rot="514371">
            <a:off x="-5180633" y="-979678"/>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9"/>
          <p:cNvSpPr/>
          <p:nvPr/>
        </p:nvSpPr>
        <p:spPr>
          <a:xfrm rot="2141143">
            <a:off x="-1290068" y="-2916503"/>
            <a:ext cx="5766686" cy="3682912"/>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9"/>
          <p:cNvSpPr/>
          <p:nvPr/>
        </p:nvSpPr>
        <p:spPr>
          <a:xfrm rot="10800000">
            <a:off x="-126965" y="3402013"/>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9"/>
          <p:cNvSpPr/>
          <p:nvPr/>
        </p:nvSpPr>
        <p:spPr>
          <a:xfrm rot="-7948588">
            <a:off x="-5205140" y="1519073"/>
            <a:ext cx="8200910" cy="3015686"/>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9"/>
          <p:cNvSpPr txBox="1"/>
          <p:nvPr>
            <p:ph type="title"/>
          </p:nvPr>
        </p:nvSpPr>
        <p:spPr>
          <a:xfrm>
            <a:off x="2064826" y="3261285"/>
            <a:ext cx="5014500" cy="5319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5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82" name="Google Shape;182;p19"/>
          <p:cNvSpPr txBox="1"/>
          <p:nvPr>
            <p:ph idx="1" type="subTitle"/>
          </p:nvPr>
        </p:nvSpPr>
        <p:spPr>
          <a:xfrm>
            <a:off x="1378650" y="1348062"/>
            <a:ext cx="6386700" cy="1411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3000"/>
              <a:buNone/>
              <a:defRPr sz="25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83" name="Shape 183"/>
        <p:cNvGrpSpPr/>
        <p:nvPr/>
      </p:nvGrpSpPr>
      <p:grpSpPr>
        <a:xfrm>
          <a:off x="0" y="0"/>
          <a:ext cx="0" cy="0"/>
          <a:chOff x="0" y="0"/>
          <a:chExt cx="0" cy="0"/>
        </a:xfrm>
      </p:grpSpPr>
      <p:sp>
        <p:nvSpPr>
          <p:cNvPr id="184" name="Google Shape;184;p20"/>
          <p:cNvSpPr/>
          <p:nvPr/>
        </p:nvSpPr>
        <p:spPr>
          <a:xfrm rot="-3394465">
            <a:off x="-2929870" y="34332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p:nvPr/>
        </p:nvSpPr>
        <p:spPr>
          <a:xfrm flipH="1">
            <a:off x="-4081962" y="-12434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
          <p:cNvSpPr/>
          <p:nvPr/>
        </p:nvSpPr>
        <p:spPr>
          <a:xfrm flipH="1" rot="-3952094">
            <a:off x="-3954406" y="-32116"/>
            <a:ext cx="7826127" cy="287786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0"/>
          <p:cNvSpPr/>
          <p:nvPr/>
        </p:nvSpPr>
        <p:spPr>
          <a:xfrm rot="649760">
            <a:off x="-3199069" y="-713258"/>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0"/>
          <p:cNvSpPr/>
          <p:nvPr/>
        </p:nvSpPr>
        <p:spPr>
          <a:xfrm flipH="1" rot="-813319">
            <a:off x="4926200" y="-30743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
          <p:cNvSpPr/>
          <p:nvPr/>
        </p:nvSpPr>
        <p:spPr>
          <a:xfrm flipH="1" rot="10285603">
            <a:off x="6080701" y="3752842"/>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0"/>
          <p:cNvSpPr/>
          <p:nvPr/>
        </p:nvSpPr>
        <p:spPr>
          <a:xfrm flipH="1" rot="7426355">
            <a:off x="6582052" y="1132830"/>
            <a:ext cx="7826046" cy="287783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0"/>
          <p:cNvSpPr txBox="1"/>
          <p:nvPr>
            <p:ph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6">
    <p:spTree>
      <p:nvGrpSpPr>
        <p:cNvPr id="192" name="Shape 192"/>
        <p:cNvGrpSpPr/>
        <p:nvPr/>
      </p:nvGrpSpPr>
      <p:grpSpPr>
        <a:xfrm>
          <a:off x="0" y="0"/>
          <a:ext cx="0" cy="0"/>
          <a:chOff x="0" y="0"/>
          <a:chExt cx="0" cy="0"/>
        </a:xfrm>
      </p:grpSpPr>
      <p:sp>
        <p:nvSpPr>
          <p:cNvPr id="193" name="Google Shape;193;p21"/>
          <p:cNvSpPr/>
          <p:nvPr/>
        </p:nvSpPr>
        <p:spPr>
          <a:xfrm rot="-3394465">
            <a:off x="-3638445" y="4611893"/>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1"/>
          <p:cNvSpPr/>
          <p:nvPr/>
        </p:nvSpPr>
        <p:spPr>
          <a:xfrm flipH="1">
            <a:off x="-5015862" y="-4052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1"/>
          <p:cNvSpPr/>
          <p:nvPr/>
        </p:nvSpPr>
        <p:spPr>
          <a:xfrm flipH="1" rot="-3052073">
            <a:off x="-4888312" y="1110880"/>
            <a:ext cx="7826119" cy="2877865"/>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1"/>
          <p:cNvSpPr/>
          <p:nvPr/>
        </p:nvSpPr>
        <p:spPr>
          <a:xfrm rot="649760">
            <a:off x="-4262669" y="1892117"/>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1"/>
          <p:cNvSpPr/>
          <p:nvPr/>
        </p:nvSpPr>
        <p:spPr>
          <a:xfrm flipH="1" rot="-813319">
            <a:off x="4754300" y="-2305086"/>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1"/>
          <p:cNvSpPr/>
          <p:nvPr/>
        </p:nvSpPr>
        <p:spPr>
          <a:xfrm flipH="1" rot="10285603">
            <a:off x="4790126" y="3666917"/>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1"/>
          <p:cNvSpPr/>
          <p:nvPr/>
        </p:nvSpPr>
        <p:spPr>
          <a:xfrm flipH="1" rot="4726292">
            <a:off x="5414633" y="2626082"/>
            <a:ext cx="7826019" cy="287782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1"/>
          <p:cNvSpPr txBox="1"/>
          <p:nvPr>
            <p:ph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3">
    <p:spTree>
      <p:nvGrpSpPr>
        <p:cNvPr id="201" name="Shape 201"/>
        <p:cNvGrpSpPr/>
        <p:nvPr/>
      </p:nvGrpSpPr>
      <p:grpSpPr>
        <a:xfrm>
          <a:off x="0" y="0"/>
          <a:ext cx="0" cy="0"/>
          <a:chOff x="0" y="0"/>
          <a:chExt cx="0" cy="0"/>
        </a:xfrm>
      </p:grpSpPr>
      <p:sp>
        <p:nvSpPr>
          <p:cNvPr id="202" name="Google Shape;202;p22"/>
          <p:cNvSpPr txBox="1"/>
          <p:nvPr>
            <p:ph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5">
    <p:spTree>
      <p:nvGrpSpPr>
        <p:cNvPr id="203" name="Shape 203"/>
        <p:cNvGrpSpPr/>
        <p:nvPr/>
      </p:nvGrpSpPr>
      <p:grpSpPr>
        <a:xfrm>
          <a:off x="0" y="0"/>
          <a:ext cx="0" cy="0"/>
          <a:chOff x="0" y="0"/>
          <a:chExt cx="0" cy="0"/>
        </a:xfrm>
      </p:grpSpPr>
      <p:sp>
        <p:nvSpPr>
          <p:cNvPr id="204" name="Google Shape;204;p23"/>
          <p:cNvSpPr/>
          <p:nvPr/>
        </p:nvSpPr>
        <p:spPr>
          <a:xfrm rot="-10285629">
            <a:off x="5828449" y="-2657773"/>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3"/>
          <p:cNvSpPr/>
          <p:nvPr/>
        </p:nvSpPr>
        <p:spPr>
          <a:xfrm flipH="1">
            <a:off x="7942003" y="1004988"/>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
          <p:cNvSpPr/>
          <p:nvPr/>
        </p:nvSpPr>
        <p:spPr>
          <a:xfrm rot="2839443">
            <a:off x="-308418" y="2442034"/>
            <a:ext cx="6402141" cy="5689181"/>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3"/>
          <p:cNvSpPr/>
          <p:nvPr/>
        </p:nvSpPr>
        <p:spPr>
          <a:xfrm rot="9405665">
            <a:off x="-4305365" y="1281181"/>
            <a:ext cx="7310152" cy="6849835"/>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3"/>
          <p:cNvSpPr/>
          <p:nvPr/>
        </p:nvSpPr>
        <p:spPr>
          <a:xfrm rot="-1478505">
            <a:off x="-2334601" y="-1000036"/>
            <a:ext cx="7826136" cy="2877871"/>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3"/>
          <p:cNvSpPr/>
          <p:nvPr/>
        </p:nvSpPr>
        <p:spPr>
          <a:xfrm flipH="1" rot="9555841">
            <a:off x="7023452" y="1808506"/>
            <a:ext cx="8200942" cy="301569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3"/>
          <p:cNvSpPr txBox="1"/>
          <p:nvPr>
            <p:ph type="title"/>
          </p:nvPr>
        </p:nvSpPr>
        <p:spPr>
          <a:xfrm>
            <a:off x="897750" y="951837"/>
            <a:ext cx="7348500" cy="1532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sz="6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211" name="Google Shape;211;p23"/>
          <p:cNvSpPr txBox="1"/>
          <p:nvPr>
            <p:ph idx="1" type="subTitle"/>
          </p:nvPr>
        </p:nvSpPr>
        <p:spPr>
          <a:xfrm>
            <a:off x="1732950" y="2483763"/>
            <a:ext cx="5678100" cy="1707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3">
    <p:spTree>
      <p:nvGrpSpPr>
        <p:cNvPr id="212" name="Shape 212"/>
        <p:cNvGrpSpPr/>
        <p:nvPr/>
      </p:nvGrpSpPr>
      <p:grpSpPr>
        <a:xfrm>
          <a:off x="0" y="0"/>
          <a:ext cx="0" cy="0"/>
          <a:chOff x="0" y="0"/>
          <a:chExt cx="0" cy="0"/>
        </a:xfrm>
      </p:grpSpPr>
      <p:sp>
        <p:nvSpPr>
          <p:cNvPr id="213" name="Google Shape;213;p24"/>
          <p:cNvSpPr/>
          <p:nvPr/>
        </p:nvSpPr>
        <p:spPr>
          <a:xfrm flipH="1" rot="4102360">
            <a:off x="-2758583" y="4129685"/>
            <a:ext cx="7471578" cy="477174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4"/>
          <p:cNvSpPr/>
          <p:nvPr/>
        </p:nvSpPr>
        <p:spPr>
          <a:xfrm rot="813319">
            <a:off x="-4313552" y="-17370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4"/>
          <p:cNvSpPr txBox="1"/>
          <p:nvPr>
            <p:ph idx="1" type="subTitle"/>
          </p:nvPr>
        </p:nvSpPr>
        <p:spPr>
          <a:xfrm>
            <a:off x="723300" y="3021075"/>
            <a:ext cx="3394200" cy="113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16" name="Google Shape;216;p24"/>
          <p:cNvSpPr txBox="1"/>
          <p:nvPr>
            <p:ph type="title"/>
          </p:nvPr>
        </p:nvSpPr>
        <p:spPr>
          <a:xfrm flipH="1">
            <a:off x="719825" y="986925"/>
            <a:ext cx="2888400" cy="19173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7" name="Google Shape;217;p24"/>
          <p:cNvSpPr/>
          <p:nvPr>
            <p:ph idx="2" type="pic"/>
          </p:nvPr>
        </p:nvSpPr>
        <p:spPr>
          <a:xfrm>
            <a:off x="4411375" y="-75"/>
            <a:ext cx="4732800" cy="51435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218" name="Shape 218"/>
        <p:cNvGrpSpPr/>
        <p:nvPr/>
      </p:nvGrpSpPr>
      <p:grpSpPr>
        <a:xfrm>
          <a:off x="0" y="0"/>
          <a:ext cx="0" cy="0"/>
          <a:chOff x="0" y="0"/>
          <a:chExt cx="0" cy="0"/>
        </a:xfrm>
      </p:grpSpPr>
      <p:sp>
        <p:nvSpPr>
          <p:cNvPr id="219" name="Google Shape;219;p25"/>
          <p:cNvSpPr/>
          <p:nvPr/>
        </p:nvSpPr>
        <p:spPr>
          <a:xfrm rot="-10285629">
            <a:off x="4140874" y="-2015123"/>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5"/>
          <p:cNvSpPr/>
          <p:nvPr/>
        </p:nvSpPr>
        <p:spPr>
          <a:xfrm flipH="1" rot="4102346">
            <a:off x="-2270967" y="3805847"/>
            <a:ext cx="9416338" cy="601377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5"/>
          <p:cNvSpPr/>
          <p:nvPr/>
        </p:nvSpPr>
        <p:spPr>
          <a:xfrm rot="813319">
            <a:off x="-3580677" y="-14257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5"/>
          <p:cNvSpPr/>
          <p:nvPr/>
        </p:nvSpPr>
        <p:spPr>
          <a:xfrm>
            <a:off x="3065327" y="-42009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5"/>
          <p:cNvSpPr txBox="1"/>
          <p:nvPr>
            <p:ph idx="1" type="subTitle"/>
          </p:nvPr>
        </p:nvSpPr>
        <p:spPr>
          <a:xfrm>
            <a:off x="723300" y="2291463"/>
            <a:ext cx="3035100" cy="138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24" name="Google Shape;224;p25"/>
          <p:cNvSpPr txBox="1"/>
          <p:nvPr>
            <p:ph type="title"/>
          </p:nvPr>
        </p:nvSpPr>
        <p:spPr>
          <a:xfrm flipH="1">
            <a:off x="719825" y="1463638"/>
            <a:ext cx="3035100" cy="711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5" name="Google Shape;225;p25"/>
          <p:cNvSpPr/>
          <p:nvPr/>
        </p:nvSpPr>
        <p:spPr>
          <a:xfrm flipH="1" rot="-649760">
            <a:off x="-3395808" y="4514617"/>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8">
    <p:spTree>
      <p:nvGrpSpPr>
        <p:cNvPr id="226" name="Shape 226"/>
        <p:cNvGrpSpPr/>
        <p:nvPr/>
      </p:nvGrpSpPr>
      <p:grpSpPr>
        <a:xfrm>
          <a:off x="0" y="0"/>
          <a:ext cx="0" cy="0"/>
          <a:chOff x="0" y="0"/>
          <a:chExt cx="0" cy="0"/>
        </a:xfrm>
      </p:grpSpPr>
      <p:sp>
        <p:nvSpPr>
          <p:cNvPr id="227" name="Google Shape;227;p26"/>
          <p:cNvSpPr/>
          <p:nvPr/>
        </p:nvSpPr>
        <p:spPr>
          <a:xfrm rot="-3394465">
            <a:off x="-4398774" y="4211443"/>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6"/>
          <p:cNvSpPr/>
          <p:nvPr/>
        </p:nvSpPr>
        <p:spPr>
          <a:xfrm flipH="1">
            <a:off x="-5777841" y="-12434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6"/>
          <p:cNvSpPr/>
          <p:nvPr/>
        </p:nvSpPr>
        <p:spPr>
          <a:xfrm flipH="1" rot="-3952094">
            <a:off x="-4776410" y="665034"/>
            <a:ext cx="7826127" cy="287786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6"/>
          <p:cNvSpPr/>
          <p:nvPr/>
        </p:nvSpPr>
        <p:spPr>
          <a:xfrm rot="649760">
            <a:off x="-4213998" y="535117"/>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6"/>
          <p:cNvSpPr/>
          <p:nvPr/>
        </p:nvSpPr>
        <p:spPr>
          <a:xfrm flipH="1" rot="-813319">
            <a:off x="4527346" y="-3414798"/>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6"/>
          <p:cNvSpPr/>
          <p:nvPr/>
        </p:nvSpPr>
        <p:spPr>
          <a:xfrm flipH="1" rot="10285603">
            <a:off x="4806347" y="3363742"/>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6"/>
          <p:cNvSpPr/>
          <p:nvPr/>
        </p:nvSpPr>
        <p:spPr>
          <a:xfrm flipH="1" rot="5626330">
            <a:off x="3918525" y="675664"/>
            <a:ext cx="7826010" cy="2877825"/>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6"/>
          <p:cNvSpPr txBox="1"/>
          <p:nvPr>
            <p:ph idx="1" type="body"/>
          </p:nvPr>
        </p:nvSpPr>
        <p:spPr>
          <a:xfrm>
            <a:off x="1133900" y="1868725"/>
            <a:ext cx="6223800" cy="2352600"/>
          </a:xfrm>
          <a:prstGeom prst="rect">
            <a:avLst/>
          </a:prstGeom>
        </p:spPr>
        <p:txBody>
          <a:bodyPr anchorCtr="0" anchor="ctr" bIns="91425" lIns="91425" spcFirstLastPara="1" rIns="91425" wrap="square" tIns="91425">
            <a:noAutofit/>
          </a:bodyPr>
          <a:lstStyle>
            <a:lvl1pPr indent="-330200" lvl="0" marL="457200" rtl="0">
              <a:lnSpc>
                <a:spcPct val="100000"/>
              </a:lnSpc>
              <a:spcBef>
                <a:spcPts val="0"/>
              </a:spcBef>
              <a:spcAft>
                <a:spcPts val="0"/>
              </a:spcAft>
              <a:buSzPts val="1600"/>
              <a:buFont typeface="Nunito Light"/>
              <a:buChar char="●"/>
              <a:defRPr sz="1400"/>
            </a:lvl1pPr>
            <a:lvl2pPr indent="-330200" lvl="1" marL="914400" rtl="0">
              <a:lnSpc>
                <a:spcPct val="100000"/>
              </a:lnSpc>
              <a:spcBef>
                <a:spcPts val="0"/>
              </a:spcBef>
              <a:spcAft>
                <a:spcPts val="0"/>
              </a:spcAft>
              <a:buSzPts val="1600"/>
              <a:buFont typeface="Nunito Light"/>
              <a:buChar char="○"/>
              <a:defRPr/>
            </a:lvl2pPr>
            <a:lvl3pPr indent="-323850" lvl="2" marL="1371600" rtl="0">
              <a:lnSpc>
                <a:spcPct val="100000"/>
              </a:lnSpc>
              <a:spcBef>
                <a:spcPts val="1600"/>
              </a:spcBef>
              <a:spcAft>
                <a:spcPts val="0"/>
              </a:spcAft>
              <a:buSzPts val="1500"/>
              <a:buFont typeface="Nunito Light"/>
              <a:buChar char="■"/>
              <a:defRPr/>
            </a:lvl3pPr>
            <a:lvl4pPr indent="-323850" lvl="3" marL="1828800" rtl="0">
              <a:lnSpc>
                <a:spcPct val="100000"/>
              </a:lnSpc>
              <a:spcBef>
                <a:spcPts val="1600"/>
              </a:spcBef>
              <a:spcAft>
                <a:spcPts val="0"/>
              </a:spcAft>
              <a:buSzPts val="1500"/>
              <a:buFont typeface="Nunito Light"/>
              <a:buChar char="●"/>
              <a:defRPr/>
            </a:lvl4pPr>
            <a:lvl5pPr indent="-330200" lvl="4" marL="2286000" rtl="0">
              <a:lnSpc>
                <a:spcPct val="100000"/>
              </a:lnSpc>
              <a:spcBef>
                <a:spcPts val="1600"/>
              </a:spcBef>
              <a:spcAft>
                <a:spcPts val="0"/>
              </a:spcAft>
              <a:buSzPts val="1600"/>
              <a:buFont typeface="Nunito Light"/>
              <a:buChar char="○"/>
              <a:defRPr/>
            </a:lvl5pPr>
            <a:lvl6pPr indent="-330200" lvl="5" marL="2743200" rtl="0">
              <a:lnSpc>
                <a:spcPct val="100000"/>
              </a:lnSpc>
              <a:spcBef>
                <a:spcPts val="1600"/>
              </a:spcBef>
              <a:spcAft>
                <a:spcPts val="0"/>
              </a:spcAft>
              <a:buSzPts val="1600"/>
              <a:buFont typeface="Nunito Light"/>
              <a:buChar char="■"/>
              <a:defRPr/>
            </a:lvl6pPr>
            <a:lvl7pPr indent="-311150" lvl="6" marL="3200400" rtl="0">
              <a:lnSpc>
                <a:spcPct val="100000"/>
              </a:lnSpc>
              <a:spcBef>
                <a:spcPts val="1600"/>
              </a:spcBef>
              <a:spcAft>
                <a:spcPts val="0"/>
              </a:spcAft>
              <a:buSzPts val="1300"/>
              <a:buFont typeface="Nunito Light"/>
              <a:buChar char="●"/>
              <a:defRPr/>
            </a:lvl7pPr>
            <a:lvl8pPr indent="-311150" lvl="7" marL="3657600" rtl="0">
              <a:lnSpc>
                <a:spcPct val="100000"/>
              </a:lnSpc>
              <a:spcBef>
                <a:spcPts val="1600"/>
              </a:spcBef>
              <a:spcAft>
                <a:spcPts val="0"/>
              </a:spcAft>
              <a:buSzPts val="1300"/>
              <a:buFont typeface="Nunito Light"/>
              <a:buChar char="○"/>
              <a:defRPr/>
            </a:lvl8pPr>
            <a:lvl9pPr indent="-330200" lvl="8" marL="4114800" rtl="0">
              <a:lnSpc>
                <a:spcPct val="100000"/>
              </a:lnSpc>
              <a:spcBef>
                <a:spcPts val="1600"/>
              </a:spcBef>
              <a:spcAft>
                <a:spcPts val="1600"/>
              </a:spcAft>
              <a:buSzPts val="1600"/>
              <a:buFont typeface="Nunito Light"/>
              <a:buChar char="■"/>
              <a:defRPr/>
            </a:lvl9pPr>
          </a:lstStyle>
          <a:p/>
        </p:txBody>
      </p:sp>
      <p:sp>
        <p:nvSpPr>
          <p:cNvPr id="235" name="Google Shape;235;p26"/>
          <p:cNvSpPr txBox="1"/>
          <p:nvPr>
            <p:ph type="title"/>
          </p:nvPr>
        </p:nvSpPr>
        <p:spPr>
          <a:xfrm>
            <a:off x="1133900" y="922175"/>
            <a:ext cx="6363600" cy="9003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2800"/>
              <a:buNone/>
              <a:defRPr sz="4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3">
    <p:spTree>
      <p:nvGrpSpPr>
        <p:cNvPr id="236" name="Shape 236"/>
        <p:cNvGrpSpPr/>
        <p:nvPr/>
      </p:nvGrpSpPr>
      <p:grpSpPr>
        <a:xfrm>
          <a:off x="0" y="0"/>
          <a:ext cx="0" cy="0"/>
          <a:chOff x="0" y="0"/>
          <a:chExt cx="0" cy="0"/>
        </a:xfrm>
      </p:grpSpPr>
      <p:sp>
        <p:nvSpPr>
          <p:cNvPr id="237" name="Google Shape;237;p27"/>
          <p:cNvSpPr/>
          <p:nvPr/>
        </p:nvSpPr>
        <p:spPr>
          <a:xfrm flipH="1" rot="7585667">
            <a:off x="-5466599" y="794591"/>
            <a:ext cx="9471614" cy="6049076"/>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7"/>
          <p:cNvSpPr/>
          <p:nvPr/>
        </p:nvSpPr>
        <p:spPr>
          <a:xfrm rot="-5902333">
            <a:off x="3975367" y="2957142"/>
            <a:ext cx="9416513" cy="6013886"/>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7"/>
          <p:cNvSpPr/>
          <p:nvPr/>
        </p:nvSpPr>
        <p:spPr>
          <a:xfrm flipH="1" rot="-2613329">
            <a:off x="5160201" y="-3949042"/>
            <a:ext cx="6402056" cy="5689105"/>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7"/>
          <p:cNvSpPr/>
          <p:nvPr/>
        </p:nvSpPr>
        <p:spPr>
          <a:xfrm flipH="1" rot="-2700000">
            <a:off x="-4428810" y="-2266646"/>
            <a:ext cx="7065482" cy="539636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7"/>
          <p:cNvSpPr txBox="1"/>
          <p:nvPr>
            <p:ph idx="1" type="subTitle"/>
          </p:nvPr>
        </p:nvSpPr>
        <p:spPr>
          <a:xfrm>
            <a:off x="4959025" y="2291463"/>
            <a:ext cx="3035100" cy="138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42" name="Google Shape;242;p27"/>
          <p:cNvSpPr txBox="1"/>
          <p:nvPr>
            <p:ph type="title"/>
          </p:nvPr>
        </p:nvSpPr>
        <p:spPr>
          <a:xfrm flipH="1">
            <a:off x="4955550" y="1463638"/>
            <a:ext cx="3035100" cy="7110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3" name="Google Shape;243;p27"/>
          <p:cNvSpPr/>
          <p:nvPr/>
        </p:nvSpPr>
        <p:spPr>
          <a:xfrm rot="-1150203">
            <a:off x="7474328" y="896864"/>
            <a:ext cx="4974547" cy="149039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25">
    <p:spTree>
      <p:nvGrpSpPr>
        <p:cNvPr id="244" name="Shape 244"/>
        <p:cNvGrpSpPr/>
        <p:nvPr/>
      </p:nvGrpSpPr>
      <p:grpSpPr>
        <a:xfrm>
          <a:off x="0" y="0"/>
          <a:ext cx="0" cy="0"/>
          <a:chOff x="0" y="0"/>
          <a:chExt cx="0" cy="0"/>
        </a:xfrm>
      </p:grpSpPr>
      <p:sp>
        <p:nvSpPr>
          <p:cNvPr id="245" name="Google Shape;245;p28"/>
          <p:cNvSpPr txBox="1"/>
          <p:nvPr>
            <p:ph idx="1" type="subTitle"/>
          </p:nvPr>
        </p:nvSpPr>
        <p:spPr>
          <a:xfrm>
            <a:off x="4349577" y="2925675"/>
            <a:ext cx="4081200" cy="113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46" name="Google Shape;246;p28"/>
          <p:cNvSpPr txBox="1"/>
          <p:nvPr>
            <p:ph type="title"/>
          </p:nvPr>
        </p:nvSpPr>
        <p:spPr>
          <a:xfrm flipH="1">
            <a:off x="4349575" y="1266675"/>
            <a:ext cx="4081200" cy="15423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7" name="Google Shape;247;p28"/>
          <p:cNvSpPr/>
          <p:nvPr/>
        </p:nvSpPr>
        <p:spPr>
          <a:xfrm flipH="1" rot="4102360">
            <a:off x="4431017" y="3716310"/>
            <a:ext cx="7471578" cy="477174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8"/>
          <p:cNvSpPr/>
          <p:nvPr/>
        </p:nvSpPr>
        <p:spPr>
          <a:xfrm rot="813319">
            <a:off x="4927123" y="-2579698"/>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28">
    <p:spTree>
      <p:nvGrpSpPr>
        <p:cNvPr id="249" name="Shape 249"/>
        <p:cNvGrpSpPr/>
        <p:nvPr/>
      </p:nvGrpSpPr>
      <p:grpSpPr>
        <a:xfrm>
          <a:off x="0" y="0"/>
          <a:ext cx="0" cy="0"/>
          <a:chOff x="0" y="0"/>
          <a:chExt cx="0" cy="0"/>
        </a:xfrm>
      </p:grpSpPr>
      <p:sp>
        <p:nvSpPr>
          <p:cNvPr id="250" name="Google Shape;250;p29"/>
          <p:cNvSpPr/>
          <p:nvPr/>
        </p:nvSpPr>
        <p:spPr>
          <a:xfrm rot="3214333">
            <a:off x="-5499024" y="-2387504"/>
            <a:ext cx="9471614" cy="6049076"/>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9"/>
          <p:cNvSpPr/>
          <p:nvPr/>
        </p:nvSpPr>
        <p:spPr>
          <a:xfrm flipH="1" rot="-4897667">
            <a:off x="4234767" y="-2245089"/>
            <a:ext cx="9416513" cy="6013886"/>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9"/>
          <p:cNvSpPr/>
          <p:nvPr/>
        </p:nvSpPr>
        <p:spPr>
          <a:xfrm rot="-8186671">
            <a:off x="3376801" y="4110400"/>
            <a:ext cx="6402056" cy="5689105"/>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9"/>
          <p:cNvSpPr/>
          <p:nvPr/>
        </p:nvSpPr>
        <p:spPr>
          <a:xfrm rot="-8100000">
            <a:off x="-4461235" y="1326447"/>
            <a:ext cx="7065482" cy="539636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9"/>
          <p:cNvSpPr txBox="1"/>
          <p:nvPr>
            <p:ph idx="1" type="subTitle"/>
          </p:nvPr>
        </p:nvSpPr>
        <p:spPr>
          <a:xfrm>
            <a:off x="1536900" y="2291463"/>
            <a:ext cx="3035100" cy="138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55" name="Google Shape;255;p29"/>
          <p:cNvSpPr/>
          <p:nvPr/>
        </p:nvSpPr>
        <p:spPr>
          <a:xfrm flipH="1" rot="-9649797">
            <a:off x="6371853" y="4455308"/>
            <a:ext cx="4974547" cy="149039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9"/>
          <p:cNvSpPr txBox="1"/>
          <p:nvPr>
            <p:ph type="title"/>
          </p:nvPr>
        </p:nvSpPr>
        <p:spPr>
          <a:xfrm>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38">
    <p:spTree>
      <p:nvGrpSpPr>
        <p:cNvPr id="257" name="Shape 257"/>
        <p:cNvGrpSpPr/>
        <p:nvPr/>
      </p:nvGrpSpPr>
      <p:grpSpPr>
        <a:xfrm>
          <a:off x="0" y="0"/>
          <a:ext cx="0" cy="0"/>
          <a:chOff x="0" y="0"/>
          <a:chExt cx="0" cy="0"/>
        </a:xfrm>
      </p:grpSpPr>
      <p:sp>
        <p:nvSpPr>
          <p:cNvPr id="258" name="Google Shape;258;p30"/>
          <p:cNvSpPr/>
          <p:nvPr/>
        </p:nvSpPr>
        <p:spPr>
          <a:xfrm flipH="1" rot="3394465">
            <a:off x="3077084" y="34332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0"/>
          <p:cNvSpPr/>
          <p:nvPr/>
        </p:nvSpPr>
        <p:spPr>
          <a:xfrm>
            <a:off x="5867027" y="-12434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0"/>
          <p:cNvSpPr/>
          <p:nvPr/>
        </p:nvSpPr>
        <p:spPr>
          <a:xfrm rot="3952094">
            <a:off x="4681686" y="-32116"/>
            <a:ext cx="7826127" cy="287786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0"/>
          <p:cNvSpPr/>
          <p:nvPr/>
        </p:nvSpPr>
        <p:spPr>
          <a:xfrm flipH="1" rot="-649760">
            <a:off x="7075142" y="-713258"/>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0"/>
          <p:cNvSpPr/>
          <p:nvPr/>
        </p:nvSpPr>
        <p:spPr>
          <a:xfrm rot="813319">
            <a:off x="-2477752" y="-30743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0"/>
          <p:cNvSpPr/>
          <p:nvPr/>
        </p:nvSpPr>
        <p:spPr>
          <a:xfrm rot="-10285603">
            <a:off x="-4701904" y="3752842"/>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0"/>
          <p:cNvSpPr/>
          <p:nvPr/>
        </p:nvSpPr>
        <p:spPr>
          <a:xfrm rot="-7426355">
            <a:off x="-4666092" y="1132830"/>
            <a:ext cx="7826046" cy="287783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0"/>
          <p:cNvSpPr txBox="1"/>
          <p:nvPr>
            <p:ph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6" name="Google Shape;266;p30"/>
          <p:cNvSpPr txBox="1"/>
          <p:nvPr>
            <p:ph idx="1" type="body"/>
          </p:nvPr>
        </p:nvSpPr>
        <p:spPr>
          <a:xfrm>
            <a:off x="1545450" y="1330100"/>
            <a:ext cx="6053100" cy="3375900"/>
          </a:xfrm>
          <a:prstGeom prst="rect">
            <a:avLst/>
          </a:prstGeom>
        </p:spPr>
        <p:txBody>
          <a:bodyPr anchorCtr="0" anchor="t" bIns="91425" lIns="91425" spcFirstLastPara="1" rIns="91425" wrap="square" tIns="91425">
            <a:noAutofit/>
          </a:bodyPr>
          <a:lstStyle>
            <a:lvl1pPr indent="-330200" lvl="0" marL="457200" rtl="0" algn="ctr">
              <a:lnSpc>
                <a:spcPct val="100000"/>
              </a:lnSpc>
              <a:spcBef>
                <a:spcPts val="0"/>
              </a:spcBef>
              <a:spcAft>
                <a:spcPts val="0"/>
              </a:spcAft>
              <a:buSzPts val="1600"/>
              <a:buChar char="●"/>
              <a:defRPr/>
            </a:lvl1pPr>
            <a:lvl2pPr indent="-330200" lvl="1" marL="914400" rtl="0" algn="ctr">
              <a:lnSpc>
                <a:spcPct val="100000"/>
              </a:lnSpc>
              <a:spcBef>
                <a:spcPts val="0"/>
              </a:spcBef>
              <a:spcAft>
                <a:spcPts val="0"/>
              </a:spcAft>
              <a:buSzPts val="1600"/>
              <a:buChar char="○"/>
              <a:defRPr/>
            </a:lvl2pPr>
            <a:lvl3pPr indent="-330200" lvl="2" marL="1371600" rtl="0" algn="ctr">
              <a:lnSpc>
                <a:spcPct val="100000"/>
              </a:lnSpc>
              <a:spcBef>
                <a:spcPts val="1600"/>
              </a:spcBef>
              <a:spcAft>
                <a:spcPts val="0"/>
              </a:spcAft>
              <a:buSzPts val="1600"/>
              <a:buChar char="■"/>
              <a:defRPr/>
            </a:lvl3pPr>
            <a:lvl4pPr indent="-330200" lvl="3" marL="1828800" rtl="0" algn="ctr">
              <a:lnSpc>
                <a:spcPct val="100000"/>
              </a:lnSpc>
              <a:spcBef>
                <a:spcPts val="1600"/>
              </a:spcBef>
              <a:spcAft>
                <a:spcPts val="0"/>
              </a:spcAft>
              <a:buSzPts val="1600"/>
              <a:buChar char="●"/>
              <a:defRPr/>
            </a:lvl4pPr>
            <a:lvl5pPr indent="-330200" lvl="4" marL="2286000" rtl="0" algn="ctr">
              <a:lnSpc>
                <a:spcPct val="100000"/>
              </a:lnSpc>
              <a:spcBef>
                <a:spcPts val="1600"/>
              </a:spcBef>
              <a:spcAft>
                <a:spcPts val="0"/>
              </a:spcAft>
              <a:buSzPts val="1600"/>
              <a:buChar char="○"/>
              <a:defRPr/>
            </a:lvl5pPr>
            <a:lvl6pPr indent="-330200" lvl="5" marL="2743200" rtl="0" algn="ctr">
              <a:lnSpc>
                <a:spcPct val="100000"/>
              </a:lnSpc>
              <a:spcBef>
                <a:spcPts val="1600"/>
              </a:spcBef>
              <a:spcAft>
                <a:spcPts val="0"/>
              </a:spcAft>
              <a:buSzPts val="1600"/>
              <a:buChar char="■"/>
              <a:defRPr/>
            </a:lvl6pPr>
            <a:lvl7pPr indent="-330200" lvl="6" marL="3200400" rtl="0" algn="ctr">
              <a:lnSpc>
                <a:spcPct val="100000"/>
              </a:lnSpc>
              <a:spcBef>
                <a:spcPts val="1600"/>
              </a:spcBef>
              <a:spcAft>
                <a:spcPts val="0"/>
              </a:spcAft>
              <a:buSzPts val="1600"/>
              <a:buChar char="●"/>
              <a:defRPr/>
            </a:lvl7pPr>
            <a:lvl8pPr indent="-330200" lvl="7" marL="3657600" rtl="0" algn="ctr">
              <a:lnSpc>
                <a:spcPct val="100000"/>
              </a:lnSpc>
              <a:spcBef>
                <a:spcPts val="1600"/>
              </a:spcBef>
              <a:spcAft>
                <a:spcPts val="0"/>
              </a:spcAft>
              <a:buSzPts val="1600"/>
              <a:buChar char="○"/>
              <a:defRPr/>
            </a:lvl8pPr>
            <a:lvl9pPr indent="-330200" lvl="8" marL="4114800" rtl="0" algn="ctr">
              <a:lnSpc>
                <a:spcPct val="100000"/>
              </a:lnSpc>
              <a:spcBef>
                <a:spcPts val="1600"/>
              </a:spcBef>
              <a:spcAft>
                <a:spcPts val="1600"/>
              </a:spcAft>
              <a:buSzPts val="16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8">
  <p:cSld name="CUSTOM_39">
    <p:spTree>
      <p:nvGrpSpPr>
        <p:cNvPr id="267" name="Shape 267"/>
        <p:cNvGrpSpPr/>
        <p:nvPr/>
      </p:nvGrpSpPr>
      <p:grpSpPr>
        <a:xfrm>
          <a:off x="0" y="0"/>
          <a:ext cx="0" cy="0"/>
          <a:chOff x="0" y="0"/>
          <a:chExt cx="0" cy="0"/>
        </a:xfrm>
      </p:grpSpPr>
      <p:sp>
        <p:nvSpPr>
          <p:cNvPr id="268" name="Google Shape;268;p31"/>
          <p:cNvSpPr/>
          <p:nvPr>
            <p:ph idx="2" type="pic"/>
          </p:nvPr>
        </p:nvSpPr>
        <p:spPr>
          <a:xfrm>
            <a:off x="704000" y="1274500"/>
            <a:ext cx="3546900" cy="3244200"/>
          </a:xfrm>
          <a:prstGeom prst="rect">
            <a:avLst/>
          </a:prstGeom>
          <a:noFill/>
          <a:ln>
            <a:noFill/>
          </a:ln>
        </p:spPr>
      </p:sp>
      <p:sp>
        <p:nvSpPr>
          <p:cNvPr id="269" name="Google Shape;269;p31"/>
          <p:cNvSpPr/>
          <p:nvPr/>
        </p:nvSpPr>
        <p:spPr>
          <a:xfrm flipH="1" rot="3394465">
            <a:off x="5041484" y="22860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1"/>
          <p:cNvSpPr/>
          <p:nvPr/>
        </p:nvSpPr>
        <p:spPr>
          <a:xfrm rot="-10285603">
            <a:off x="7150321" y="-2266383"/>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1"/>
          <p:cNvSpPr/>
          <p:nvPr/>
        </p:nvSpPr>
        <p:spPr>
          <a:xfrm flipH="1" rot="955394">
            <a:off x="1460861" y="-2197712"/>
            <a:ext cx="7826028" cy="2877832"/>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1"/>
          <p:cNvSpPr txBox="1"/>
          <p:nvPr>
            <p:ph idx="1" type="body"/>
          </p:nvPr>
        </p:nvSpPr>
        <p:spPr>
          <a:xfrm>
            <a:off x="4572000" y="1369325"/>
            <a:ext cx="3850500" cy="3332700"/>
          </a:xfrm>
          <a:prstGeom prst="rect">
            <a:avLst/>
          </a:prstGeom>
        </p:spPr>
        <p:txBody>
          <a:bodyPr anchorCtr="0" anchor="ctr" bIns="91425" lIns="91425" spcFirstLastPara="1" rIns="91425" wrap="square" tIns="91425">
            <a:noAutofit/>
          </a:bodyPr>
          <a:lstStyle>
            <a:lvl1pPr indent="-330200" lvl="0" marL="457200">
              <a:lnSpc>
                <a:spcPct val="100000"/>
              </a:lnSpc>
              <a:spcBef>
                <a:spcPts val="0"/>
              </a:spcBef>
              <a:spcAft>
                <a:spcPts val="0"/>
              </a:spcAft>
              <a:buSzPts val="1600"/>
              <a:buFont typeface="Nunito Light"/>
              <a:buChar char="●"/>
              <a:defRPr sz="1400"/>
            </a:lvl1pPr>
            <a:lvl2pPr indent="-330200" lvl="1" marL="914400">
              <a:lnSpc>
                <a:spcPct val="100000"/>
              </a:lnSpc>
              <a:spcBef>
                <a:spcPts val="0"/>
              </a:spcBef>
              <a:spcAft>
                <a:spcPts val="0"/>
              </a:spcAft>
              <a:buSzPts val="1600"/>
              <a:buFont typeface="Nunito Light"/>
              <a:buChar char="○"/>
              <a:defRPr/>
            </a:lvl2pPr>
            <a:lvl3pPr indent="-323850" lvl="2" marL="1371600">
              <a:lnSpc>
                <a:spcPct val="100000"/>
              </a:lnSpc>
              <a:spcBef>
                <a:spcPts val="1600"/>
              </a:spcBef>
              <a:spcAft>
                <a:spcPts val="0"/>
              </a:spcAft>
              <a:buSzPts val="1500"/>
              <a:buFont typeface="Nunito Light"/>
              <a:buChar char="■"/>
              <a:defRPr/>
            </a:lvl3pPr>
            <a:lvl4pPr indent="-323850" lvl="3" marL="1828800">
              <a:lnSpc>
                <a:spcPct val="100000"/>
              </a:lnSpc>
              <a:spcBef>
                <a:spcPts val="1600"/>
              </a:spcBef>
              <a:spcAft>
                <a:spcPts val="0"/>
              </a:spcAft>
              <a:buSzPts val="1500"/>
              <a:buFont typeface="Nunito Light"/>
              <a:buChar char="●"/>
              <a:defRPr/>
            </a:lvl4pPr>
            <a:lvl5pPr indent="-330200" lvl="4" marL="2286000">
              <a:lnSpc>
                <a:spcPct val="100000"/>
              </a:lnSpc>
              <a:spcBef>
                <a:spcPts val="1600"/>
              </a:spcBef>
              <a:spcAft>
                <a:spcPts val="0"/>
              </a:spcAft>
              <a:buSzPts val="1600"/>
              <a:buFont typeface="Nunito Light"/>
              <a:buChar char="○"/>
              <a:defRPr/>
            </a:lvl5pPr>
            <a:lvl6pPr indent="-330200" lvl="5" marL="2743200">
              <a:lnSpc>
                <a:spcPct val="100000"/>
              </a:lnSpc>
              <a:spcBef>
                <a:spcPts val="1600"/>
              </a:spcBef>
              <a:spcAft>
                <a:spcPts val="0"/>
              </a:spcAft>
              <a:buSzPts val="1600"/>
              <a:buFont typeface="Nunito Light"/>
              <a:buChar char="■"/>
              <a:defRPr/>
            </a:lvl6pPr>
            <a:lvl7pPr indent="-311150" lvl="6" marL="3200400">
              <a:lnSpc>
                <a:spcPct val="100000"/>
              </a:lnSpc>
              <a:spcBef>
                <a:spcPts val="1600"/>
              </a:spcBef>
              <a:spcAft>
                <a:spcPts val="0"/>
              </a:spcAft>
              <a:buSzPts val="1300"/>
              <a:buFont typeface="Nunito Light"/>
              <a:buChar char="●"/>
              <a:defRPr/>
            </a:lvl7pPr>
            <a:lvl8pPr indent="-311150" lvl="7" marL="3657600">
              <a:lnSpc>
                <a:spcPct val="100000"/>
              </a:lnSpc>
              <a:spcBef>
                <a:spcPts val="1600"/>
              </a:spcBef>
              <a:spcAft>
                <a:spcPts val="0"/>
              </a:spcAft>
              <a:buSzPts val="1300"/>
              <a:buFont typeface="Nunito Light"/>
              <a:buChar char="○"/>
              <a:defRPr/>
            </a:lvl8pPr>
            <a:lvl9pPr indent="-330200" lvl="8" marL="4114800">
              <a:lnSpc>
                <a:spcPct val="100000"/>
              </a:lnSpc>
              <a:spcBef>
                <a:spcPts val="1600"/>
              </a:spcBef>
              <a:spcAft>
                <a:spcPts val="1600"/>
              </a:spcAft>
              <a:buSzPts val="1600"/>
              <a:buFont typeface="Nunito Light"/>
              <a:buChar char="■"/>
              <a:defRPr/>
            </a:lvl9pPr>
          </a:lstStyle>
          <a:p/>
        </p:txBody>
      </p:sp>
      <p:sp>
        <p:nvSpPr>
          <p:cNvPr id="273" name="Google Shape;273;p31"/>
          <p:cNvSpPr txBox="1"/>
          <p:nvPr>
            <p:ph type="title"/>
          </p:nvPr>
        </p:nvSpPr>
        <p:spPr>
          <a:xfrm>
            <a:off x="719925" y="437700"/>
            <a:ext cx="7704000" cy="6579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2800"/>
              <a:buNone/>
              <a:defRPr>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74" name="Shape 274"/>
        <p:cNvGrpSpPr/>
        <p:nvPr/>
      </p:nvGrpSpPr>
      <p:grpSpPr>
        <a:xfrm>
          <a:off x="0" y="0"/>
          <a:ext cx="0" cy="0"/>
          <a:chOff x="0" y="0"/>
          <a:chExt cx="0" cy="0"/>
        </a:xfrm>
      </p:grpSpPr>
      <p:sp>
        <p:nvSpPr>
          <p:cNvPr id="275" name="Google Shape;275;p32"/>
          <p:cNvSpPr/>
          <p:nvPr/>
        </p:nvSpPr>
        <p:spPr>
          <a:xfrm flipH="1" rot="-859945">
            <a:off x="5665328" y="3096461"/>
            <a:ext cx="4772748" cy="4241345"/>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2"/>
          <p:cNvSpPr/>
          <p:nvPr/>
        </p:nvSpPr>
        <p:spPr>
          <a:xfrm>
            <a:off x="-4528356" y="1004988"/>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2"/>
          <p:cNvSpPr/>
          <p:nvPr/>
        </p:nvSpPr>
        <p:spPr>
          <a:xfrm flipH="1" rot="-9405665">
            <a:off x="6846081" y="1281156"/>
            <a:ext cx="7310152" cy="6849835"/>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2"/>
          <p:cNvSpPr/>
          <p:nvPr/>
        </p:nvSpPr>
        <p:spPr>
          <a:xfrm flipH="1" rot="1478505">
            <a:off x="1794833" y="-2111786"/>
            <a:ext cx="7826136" cy="2877871"/>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2"/>
          <p:cNvSpPr/>
          <p:nvPr/>
        </p:nvSpPr>
        <p:spPr>
          <a:xfrm flipH="1" rot="9524149">
            <a:off x="-6659422" y="-2925302"/>
            <a:ext cx="9471569" cy="604904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2"/>
          <p:cNvSpPr/>
          <p:nvPr/>
        </p:nvSpPr>
        <p:spPr>
          <a:xfrm rot="-9555841">
            <a:off x="-6785773" y="1808506"/>
            <a:ext cx="8200942" cy="301569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2"/>
          <p:cNvSpPr txBox="1"/>
          <p:nvPr>
            <p:ph type="title"/>
          </p:nvPr>
        </p:nvSpPr>
        <p:spPr>
          <a:xfrm>
            <a:off x="1699900" y="2520537"/>
            <a:ext cx="27369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2" name="Google Shape;282;p32"/>
          <p:cNvSpPr txBox="1"/>
          <p:nvPr>
            <p:ph idx="1" type="subTitle"/>
          </p:nvPr>
        </p:nvSpPr>
        <p:spPr>
          <a:xfrm>
            <a:off x="1699975" y="3065348"/>
            <a:ext cx="2736900" cy="103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83" name="Google Shape;283;p32"/>
          <p:cNvSpPr txBox="1"/>
          <p:nvPr>
            <p:ph idx="2" type="title"/>
          </p:nvPr>
        </p:nvSpPr>
        <p:spPr>
          <a:xfrm>
            <a:off x="4707338" y="2520537"/>
            <a:ext cx="27366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4" name="Google Shape;284;p32"/>
          <p:cNvSpPr txBox="1"/>
          <p:nvPr>
            <p:ph idx="3" type="subTitle"/>
          </p:nvPr>
        </p:nvSpPr>
        <p:spPr>
          <a:xfrm>
            <a:off x="4707501" y="3065348"/>
            <a:ext cx="2736600" cy="103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85" name="Google Shape;285;p32"/>
          <p:cNvSpPr txBox="1"/>
          <p:nvPr>
            <p:ph idx="4" type="title"/>
          </p:nvPr>
        </p:nvSpPr>
        <p:spPr>
          <a:xfrm>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9">
    <p:spTree>
      <p:nvGrpSpPr>
        <p:cNvPr id="286" name="Shape 286"/>
        <p:cNvGrpSpPr/>
        <p:nvPr/>
      </p:nvGrpSpPr>
      <p:grpSpPr>
        <a:xfrm>
          <a:off x="0" y="0"/>
          <a:ext cx="0" cy="0"/>
          <a:chOff x="0" y="0"/>
          <a:chExt cx="0" cy="0"/>
        </a:xfrm>
      </p:grpSpPr>
      <p:sp>
        <p:nvSpPr>
          <p:cNvPr id="287" name="Google Shape;287;p33"/>
          <p:cNvSpPr txBox="1"/>
          <p:nvPr>
            <p:ph type="title"/>
          </p:nvPr>
        </p:nvSpPr>
        <p:spPr>
          <a:xfrm flipH="1">
            <a:off x="720000" y="438912"/>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8" name="Google Shape;288;p33"/>
          <p:cNvSpPr txBox="1"/>
          <p:nvPr>
            <p:ph idx="2" type="title"/>
          </p:nvPr>
        </p:nvSpPr>
        <p:spPr>
          <a:xfrm>
            <a:off x="4572012" y="3186751"/>
            <a:ext cx="23253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89" name="Google Shape;289;p33"/>
          <p:cNvSpPr txBox="1"/>
          <p:nvPr>
            <p:ph idx="1" type="subTitle"/>
          </p:nvPr>
        </p:nvSpPr>
        <p:spPr>
          <a:xfrm>
            <a:off x="4572037" y="3694826"/>
            <a:ext cx="2325300" cy="62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90" name="Google Shape;290;p33"/>
          <p:cNvSpPr txBox="1"/>
          <p:nvPr>
            <p:ph idx="3" type="title"/>
          </p:nvPr>
        </p:nvSpPr>
        <p:spPr>
          <a:xfrm>
            <a:off x="4572000" y="1747851"/>
            <a:ext cx="23253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91" name="Google Shape;291;p33"/>
          <p:cNvSpPr txBox="1"/>
          <p:nvPr>
            <p:ph idx="4" type="subTitle"/>
          </p:nvPr>
        </p:nvSpPr>
        <p:spPr>
          <a:xfrm>
            <a:off x="4572025" y="2255926"/>
            <a:ext cx="2325300" cy="62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92" name="Google Shape;292;p33"/>
          <p:cNvSpPr/>
          <p:nvPr/>
        </p:nvSpPr>
        <p:spPr>
          <a:xfrm flipH="1" rot="-813319">
            <a:off x="7030742" y="-14257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31">
    <p:spTree>
      <p:nvGrpSpPr>
        <p:cNvPr id="293" name="Shape 293"/>
        <p:cNvGrpSpPr/>
        <p:nvPr/>
      </p:nvGrpSpPr>
      <p:grpSpPr>
        <a:xfrm>
          <a:off x="0" y="0"/>
          <a:ext cx="0" cy="0"/>
          <a:chOff x="0" y="0"/>
          <a:chExt cx="0" cy="0"/>
        </a:xfrm>
      </p:grpSpPr>
      <p:sp>
        <p:nvSpPr>
          <p:cNvPr id="294" name="Google Shape;294;p34"/>
          <p:cNvSpPr/>
          <p:nvPr/>
        </p:nvSpPr>
        <p:spPr>
          <a:xfrm rot="-9940055">
            <a:off x="6313853" y="-2245551"/>
            <a:ext cx="4772748" cy="4241345"/>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4"/>
          <p:cNvSpPr/>
          <p:nvPr/>
        </p:nvSpPr>
        <p:spPr>
          <a:xfrm flipH="1" rot="10800000">
            <a:off x="-4512131" y="0"/>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4"/>
          <p:cNvSpPr/>
          <p:nvPr/>
        </p:nvSpPr>
        <p:spPr>
          <a:xfrm rot="405705">
            <a:off x="6781192" y="537430"/>
            <a:ext cx="7309974" cy="6849668"/>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4"/>
          <p:cNvSpPr/>
          <p:nvPr/>
        </p:nvSpPr>
        <p:spPr>
          <a:xfrm rot="10221505">
            <a:off x="2162666" y="4072255"/>
            <a:ext cx="7826058" cy="2877843"/>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4"/>
          <p:cNvSpPr/>
          <p:nvPr/>
        </p:nvSpPr>
        <p:spPr>
          <a:xfrm rot="1275851">
            <a:off x="-7113372" y="1815710"/>
            <a:ext cx="9471569" cy="604904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4"/>
          <p:cNvSpPr/>
          <p:nvPr/>
        </p:nvSpPr>
        <p:spPr>
          <a:xfrm flipH="1" rot="-1244159">
            <a:off x="-7039848" y="-79298"/>
            <a:ext cx="8200942" cy="301569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4"/>
          <p:cNvSpPr txBox="1"/>
          <p:nvPr>
            <p:ph type="title"/>
          </p:nvPr>
        </p:nvSpPr>
        <p:spPr>
          <a:xfrm>
            <a:off x="2014775" y="1710525"/>
            <a:ext cx="51141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01" name="Google Shape;301;p34"/>
          <p:cNvSpPr txBox="1"/>
          <p:nvPr>
            <p:ph idx="1" type="subTitle"/>
          </p:nvPr>
        </p:nvSpPr>
        <p:spPr>
          <a:xfrm>
            <a:off x="2014925" y="2255348"/>
            <a:ext cx="5114100" cy="69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02" name="Google Shape;302;p34"/>
          <p:cNvSpPr txBox="1"/>
          <p:nvPr>
            <p:ph idx="2" type="title"/>
          </p:nvPr>
        </p:nvSpPr>
        <p:spPr>
          <a:xfrm>
            <a:off x="2014780" y="3258850"/>
            <a:ext cx="51138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03" name="Google Shape;303;p34"/>
          <p:cNvSpPr txBox="1"/>
          <p:nvPr>
            <p:ph idx="3" type="subTitle"/>
          </p:nvPr>
        </p:nvSpPr>
        <p:spPr>
          <a:xfrm>
            <a:off x="2015075" y="3803672"/>
            <a:ext cx="5113800" cy="69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04" name="Google Shape;304;p34"/>
          <p:cNvSpPr txBox="1"/>
          <p:nvPr>
            <p:ph idx="4" type="title"/>
          </p:nvPr>
        </p:nvSpPr>
        <p:spPr>
          <a:xfrm>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05" name="Shape 305"/>
        <p:cNvGrpSpPr/>
        <p:nvPr/>
      </p:nvGrpSpPr>
      <p:grpSpPr>
        <a:xfrm>
          <a:off x="0" y="0"/>
          <a:ext cx="0" cy="0"/>
          <a:chOff x="0" y="0"/>
          <a:chExt cx="0" cy="0"/>
        </a:xfrm>
      </p:grpSpPr>
      <p:sp>
        <p:nvSpPr>
          <p:cNvPr id="306" name="Google Shape;306;p35"/>
          <p:cNvSpPr/>
          <p:nvPr/>
        </p:nvSpPr>
        <p:spPr>
          <a:xfrm rot="-10285629">
            <a:off x="6057524" y="-2124373"/>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5"/>
          <p:cNvSpPr/>
          <p:nvPr/>
        </p:nvSpPr>
        <p:spPr>
          <a:xfrm flipH="1">
            <a:off x="7942003" y="1004988"/>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5"/>
          <p:cNvSpPr/>
          <p:nvPr/>
        </p:nvSpPr>
        <p:spPr>
          <a:xfrm rot="2839443">
            <a:off x="-308418" y="2442034"/>
            <a:ext cx="6402141" cy="5689181"/>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5"/>
          <p:cNvSpPr/>
          <p:nvPr/>
        </p:nvSpPr>
        <p:spPr>
          <a:xfrm rot="9405665">
            <a:off x="-4880740" y="1281181"/>
            <a:ext cx="7310152" cy="6849835"/>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5"/>
          <p:cNvSpPr/>
          <p:nvPr/>
        </p:nvSpPr>
        <p:spPr>
          <a:xfrm rot="-1478505">
            <a:off x="-2334601" y="-1000036"/>
            <a:ext cx="7826136" cy="2877871"/>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5"/>
          <p:cNvSpPr/>
          <p:nvPr/>
        </p:nvSpPr>
        <p:spPr>
          <a:xfrm flipH="1" rot="9555841">
            <a:off x="7801702" y="1808506"/>
            <a:ext cx="8200942" cy="301569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5"/>
          <p:cNvSpPr txBox="1"/>
          <p:nvPr>
            <p:ph type="title"/>
          </p:nvPr>
        </p:nvSpPr>
        <p:spPr>
          <a:xfrm>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3" name="Google Shape;313;p35"/>
          <p:cNvSpPr txBox="1"/>
          <p:nvPr>
            <p:ph idx="2" type="title"/>
          </p:nvPr>
        </p:nvSpPr>
        <p:spPr>
          <a:xfrm>
            <a:off x="1164025" y="1617575"/>
            <a:ext cx="20457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14" name="Google Shape;314;p35"/>
          <p:cNvSpPr txBox="1"/>
          <p:nvPr>
            <p:ph idx="1" type="subTitle"/>
          </p:nvPr>
        </p:nvSpPr>
        <p:spPr>
          <a:xfrm>
            <a:off x="1164075" y="2151959"/>
            <a:ext cx="2045700" cy="99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15" name="Google Shape;315;p35"/>
          <p:cNvSpPr txBox="1"/>
          <p:nvPr>
            <p:ph idx="3" type="title"/>
          </p:nvPr>
        </p:nvSpPr>
        <p:spPr>
          <a:xfrm>
            <a:off x="3549063" y="1617575"/>
            <a:ext cx="20457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16" name="Google Shape;316;p35"/>
          <p:cNvSpPr txBox="1"/>
          <p:nvPr>
            <p:ph idx="4" type="subTitle"/>
          </p:nvPr>
        </p:nvSpPr>
        <p:spPr>
          <a:xfrm>
            <a:off x="3549150" y="2151959"/>
            <a:ext cx="2045700" cy="99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17" name="Google Shape;317;p35"/>
          <p:cNvSpPr txBox="1"/>
          <p:nvPr>
            <p:ph idx="5" type="title"/>
          </p:nvPr>
        </p:nvSpPr>
        <p:spPr>
          <a:xfrm>
            <a:off x="5934100" y="1617575"/>
            <a:ext cx="20457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18" name="Google Shape;318;p35"/>
          <p:cNvSpPr txBox="1"/>
          <p:nvPr>
            <p:ph idx="6" type="subTitle"/>
          </p:nvPr>
        </p:nvSpPr>
        <p:spPr>
          <a:xfrm>
            <a:off x="5934225" y="2151959"/>
            <a:ext cx="2045700" cy="99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2">
    <p:spTree>
      <p:nvGrpSpPr>
        <p:cNvPr id="319" name="Shape 319"/>
        <p:cNvGrpSpPr/>
        <p:nvPr/>
      </p:nvGrpSpPr>
      <p:grpSpPr>
        <a:xfrm>
          <a:off x="0" y="0"/>
          <a:ext cx="0" cy="0"/>
          <a:chOff x="0" y="0"/>
          <a:chExt cx="0" cy="0"/>
        </a:xfrm>
      </p:grpSpPr>
      <p:sp>
        <p:nvSpPr>
          <p:cNvPr id="320" name="Google Shape;320;p36"/>
          <p:cNvSpPr/>
          <p:nvPr/>
        </p:nvSpPr>
        <p:spPr>
          <a:xfrm flipH="1" rot="10285629">
            <a:off x="-7063092" y="-2367548"/>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6"/>
          <p:cNvSpPr/>
          <p:nvPr/>
        </p:nvSpPr>
        <p:spPr>
          <a:xfrm>
            <a:off x="-4432130" y="1685938"/>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6"/>
          <p:cNvSpPr/>
          <p:nvPr/>
        </p:nvSpPr>
        <p:spPr>
          <a:xfrm flipH="1" rot="-2839443">
            <a:off x="2550622" y="3252659"/>
            <a:ext cx="6402141" cy="5689181"/>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6"/>
          <p:cNvSpPr/>
          <p:nvPr/>
        </p:nvSpPr>
        <p:spPr>
          <a:xfrm flipH="1" rot="-10305679">
            <a:off x="6458116" y="671626"/>
            <a:ext cx="7310080" cy="6849767"/>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6"/>
          <p:cNvSpPr/>
          <p:nvPr/>
        </p:nvSpPr>
        <p:spPr>
          <a:xfrm flipH="1" rot="1478505">
            <a:off x="3777012" y="-1076247"/>
            <a:ext cx="7826136" cy="2877871"/>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6"/>
          <p:cNvSpPr/>
          <p:nvPr/>
        </p:nvSpPr>
        <p:spPr>
          <a:xfrm rot="-9555841">
            <a:off x="-6505500" y="2494306"/>
            <a:ext cx="8200942" cy="301569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6"/>
          <p:cNvSpPr txBox="1"/>
          <p:nvPr>
            <p:ph type="title"/>
          </p:nvPr>
        </p:nvSpPr>
        <p:spPr>
          <a:xfrm>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27" name="Google Shape;327;p36"/>
          <p:cNvSpPr txBox="1"/>
          <p:nvPr>
            <p:ph idx="2" type="title"/>
          </p:nvPr>
        </p:nvSpPr>
        <p:spPr>
          <a:xfrm>
            <a:off x="1164025" y="2912975"/>
            <a:ext cx="20457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28" name="Google Shape;328;p36"/>
          <p:cNvSpPr txBox="1"/>
          <p:nvPr>
            <p:ph idx="1" type="subTitle"/>
          </p:nvPr>
        </p:nvSpPr>
        <p:spPr>
          <a:xfrm>
            <a:off x="1164075" y="3447359"/>
            <a:ext cx="2045700" cy="99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29" name="Google Shape;329;p36"/>
          <p:cNvSpPr txBox="1"/>
          <p:nvPr>
            <p:ph idx="3" type="title"/>
          </p:nvPr>
        </p:nvSpPr>
        <p:spPr>
          <a:xfrm>
            <a:off x="3549063" y="2379575"/>
            <a:ext cx="20457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30" name="Google Shape;330;p36"/>
          <p:cNvSpPr txBox="1"/>
          <p:nvPr>
            <p:ph idx="4" type="subTitle"/>
          </p:nvPr>
        </p:nvSpPr>
        <p:spPr>
          <a:xfrm>
            <a:off x="3549150" y="2913959"/>
            <a:ext cx="2045700" cy="99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31" name="Google Shape;331;p36"/>
          <p:cNvSpPr txBox="1"/>
          <p:nvPr>
            <p:ph idx="5" type="title"/>
          </p:nvPr>
        </p:nvSpPr>
        <p:spPr>
          <a:xfrm>
            <a:off x="5934100" y="2912975"/>
            <a:ext cx="20457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32" name="Google Shape;332;p36"/>
          <p:cNvSpPr txBox="1"/>
          <p:nvPr>
            <p:ph idx="6" type="subTitle"/>
          </p:nvPr>
        </p:nvSpPr>
        <p:spPr>
          <a:xfrm>
            <a:off x="5934225" y="3447359"/>
            <a:ext cx="2045700" cy="99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34">
    <p:spTree>
      <p:nvGrpSpPr>
        <p:cNvPr id="333" name="Shape 333"/>
        <p:cNvGrpSpPr/>
        <p:nvPr/>
      </p:nvGrpSpPr>
      <p:grpSpPr>
        <a:xfrm>
          <a:off x="0" y="0"/>
          <a:ext cx="0" cy="0"/>
          <a:chOff x="0" y="0"/>
          <a:chExt cx="0" cy="0"/>
        </a:xfrm>
      </p:grpSpPr>
      <p:sp>
        <p:nvSpPr>
          <p:cNvPr id="334" name="Google Shape;334;p37"/>
          <p:cNvSpPr txBox="1"/>
          <p:nvPr>
            <p:ph type="title"/>
          </p:nvPr>
        </p:nvSpPr>
        <p:spPr>
          <a:xfrm>
            <a:off x="2077025" y="1518376"/>
            <a:ext cx="18150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35" name="Google Shape;335;p37"/>
          <p:cNvSpPr txBox="1"/>
          <p:nvPr>
            <p:ph idx="1" type="subTitle"/>
          </p:nvPr>
        </p:nvSpPr>
        <p:spPr>
          <a:xfrm>
            <a:off x="2077175" y="2063201"/>
            <a:ext cx="5909100" cy="4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36" name="Google Shape;336;p37"/>
          <p:cNvSpPr txBox="1"/>
          <p:nvPr>
            <p:ph idx="2" type="title"/>
          </p:nvPr>
        </p:nvSpPr>
        <p:spPr>
          <a:xfrm>
            <a:off x="2077027" y="2577126"/>
            <a:ext cx="18150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37" name="Google Shape;337;p37"/>
          <p:cNvSpPr txBox="1"/>
          <p:nvPr>
            <p:ph idx="3" type="subTitle"/>
          </p:nvPr>
        </p:nvSpPr>
        <p:spPr>
          <a:xfrm>
            <a:off x="2077350" y="3121951"/>
            <a:ext cx="5908800" cy="4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38" name="Google Shape;338;p37"/>
          <p:cNvSpPr txBox="1"/>
          <p:nvPr>
            <p:ph idx="4" type="title"/>
          </p:nvPr>
        </p:nvSpPr>
        <p:spPr>
          <a:xfrm>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9" name="Google Shape;339;p37"/>
          <p:cNvSpPr/>
          <p:nvPr/>
        </p:nvSpPr>
        <p:spPr>
          <a:xfrm flipH="1" rot="10285629">
            <a:off x="-6531342" y="-2121798"/>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7"/>
          <p:cNvSpPr/>
          <p:nvPr/>
        </p:nvSpPr>
        <p:spPr>
          <a:xfrm>
            <a:off x="-4516430" y="1004988"/>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7"/>
          <p:cNvSpPr/>
          <p:nvPr/>
        </p:nvSpPr>
        <p:spPr>
          <a:xfrm flipH="1" rot="-2839443">
            <a:off x="877472" y="3220259"/>
            <a:ext cx="6402141" cy="5689181"/>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7"/>
          <p:cNvSpPr/>
          <p:nvPr/>
        </p:nvSpPr>
        <p:spPr>
          <a:xfrm flipH="1" rot="-10305679">
            <a:off x="6411091" y="301976"/>
            <a:ext cx="7310080" cy="6849767"/>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7"/>
          <p:cNvSpPr/>
          <p:nvPr/>
        </p:nvSpPr>
        <p:spPr>
          <a:xfrm flipH="1" rot="3278516">
            <a:off x="4649136" y="-366101"/>
            <a:ext cx="7826271" cy="2877921"/>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7"/>
          <p:cNvSpPr/>
          <p:nvPr/>
        </p:nvSpPr>
        <p:spPr>
          <a:xfrm rot="-9555841">
            <a:off x="-6466450" y="2570506"/>
            <a:ext cx="8200942" cy="301569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7"/>
          <p:cNvSpPr txBox="1"/>
          <p:nvPr>
            <p:ph idx="5" type="title"/>
          </p:nvPr>
        </p:nvSpPr>
        <p:spPr>
          <a:xfrm>
            <a:off x="2077027" y="3635876"/>
            <a:ext cx="18150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46" name="Google Shape;346;p37"/>
          <p:cNvSpPr txBox="1"/>
          <p:nvPr>
            <p:ph idx="6" type="subTitle"/>
          </p:nvPr>
        </p:nvSpPr>
        <p:spPr>
          <a:xfrm>
            <a:off x="2077350" y="4180701"/>
            <a:ext cx="5908800" cy="4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47" name="Shape 347"/>
        <p:cNvGrpSpPr/>
        <p:nvPr/>
      </p:nvGrpSpPr>
      <p:grpSpPr>
        <a:xfrm>
          <a:off x="0" y="0"/>
          <a:ext cx="0" cy="0"/>
          <a:chOff x="0" y="0"/>
          <a:chExt cx="0" cy="0"/>
        </a:xfrm>
      </p:grpSpPr>
      <p:sp>
        <p:nvSpPr>
          <p:cNvPr id="348" name="Google Shape;348;p38"/>
          <p:cNvSpPr/>
          <p:nvPr/>
        </p:nvSpPr>
        <p:spPr>
          <a:xfrm flipH="1" rot="4102360">
            <a:off x="-2512533" y="4030635"/>
            <a:ext cx="7471578" cy="477174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8"/>
          <p:cNvSpPr/>
          <p:nvPr/>
        </p:nvSpPr>
        <p:spPr>
          <a:xfrm rot="813319">
            <a:off x="-4129602" y="-17370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8"/>
          <p:cNvSpPr/>
          <p:nvPr/>
        </p:nvSpPr>
        <p:spPr>
          <a:xfrm flipH="1" rot="3394465">
            <a:off x="5593334" y="21714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8"/>
          <p:cNvSpPr/>
          <p:nvPr/>
        </p:nvSpPr>
        <p:spPr>
          <a:xfrm rot="-10285603">
            <a:off x="6336471" y="-2917283"/>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8"/>
          <p:cNvSpPr/>
          <p:nvPr/>
        </p:nvSpPr>
        <p:spPr>
          <a:xfrm rot="-2238616">
            <a:off x="-4635728" y="470344"/>
            <a:ext cx="7826078" cy="2877850"/>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8"/>
          <p:cNvSpPr txBox="1"/>
          <p:nvPr>
            <p:ph type="title"/>
          </p:nvPr>
        </p:nvSpPr>
        <p:spPr>
          <a:xfrm>
            <a:off x="5664001" y="1703625"/>
            <a:ext cx="22272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54" name="Google Shape;354;p38"/>
          <p:cNvSpPr txBox="1"/>
          <p:nvPr>
            <p:ph idx="1" type="subTitle"/>
          </p:nvPr>
        </p:nvSpPr>
        <p:spPr>
          <a:xfrm>
            <a:off x="5664053" y="2135500"/>
            <a:ext cx="2508600" cy="66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55" name="Google Shape;355;p38"/>
          <p:cNvSpPr txBox="1"/>
          <p:nvPr>
            <p:ph idx="2" type="title"/>
          </p:nvPr>
        </p:nvSpPr>
        <p:spPr>
          <a:xfrm>
            <a:off x="5664001" y="3198000"/>
            <a:ext cx="22272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56" name="Google Shape;356;p38"/>
          <p:cNvSpPr txBox="1"/>
          <p:nvPr>
            <p:ph idx="3" type="subTitle"/>
          </p:nvPr>
        </p:nvSpPr>
        <p:spPr>
          <a:xfrm>
            <a:off x="5664025" y="3629875"/>
            <a:ext cx="2508600" cy="66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57" name="Google Shape;357;p38"/>
          <p:cNvSpPr txBox="1"/>
          <p:nvPr>
            <p:ph idx="4" type="title"/>
          </p:nvPr>
        </p:nvSpPr>
        <p:spPr>
          <a:xfrm>
            <a:off x="1252726" y="1703625"/>
            <a:ext cx="2227200" cy="487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500"/>
              <a:buNone/>
              <a:defRPr sz="2000">
                <a:latin typeface="Kulim Park"/>
                <a:ea typeface="Kulim Park"/>
                <a:cs typeface="Kulim Park"/>
                <a:sym typeface="Kulim Park"/>
              </a:defRPr>
            </a:lvl1pPr>
            <a:lvl2pPr lvl="1" rtl="0" algn="r">
              <a:spcBef>
                <a:spcPts val="0"/>
              </a:spcBef>
              <a:spcAft>
                <a:spcPts val="0"/>
              </a:spcAft>
              <a:buSzPts val="2500"/>
              <a:buNone/>
              <a:defRPr sz="2500"/>
            </a:lvl2pPr>
            <a:lvl3pPr lvl="2" rtl="0" algn="r">
              <a:spcBef>
                <a:spcPts val="0"/>
              </a:spcBef>
              <a:spcAft>
                <a:spcPts val="0"/>
              </a:spcAft>
              <a:buSzPts val="2500"/>
              <a:buNone/>
              <a:defRPr sz="2500"/>
            </a:lvl3pPr>
            <a:lvl4pPr lvl="3" rtl="0" algn="r">
              <a:spcBef>
                <a:spcPts val="0"/>
              </a:spcBef>
              <a:spcAft>
                <a:spcPts val="0"/>
              </a:spcAft>
              <a:buSzPts val="2500"/>
              <a:buNone/>
              <a:defRPr sz="2500"/>
            </a:lvl4pPr>
            <a:lvl5pPr lvl="4" rtl="0" algn="r">
              <a:spcBef>
                <a:spcPts val="0"/>
              </a:spcBef>
              <a:spcAft>
                <a:spcPts val="0"/>
              </a:spcAft>
              <a:buSzPts val="2500"/>
              <a:buNone/>
              <a:defRPr sz="2500"/>
            </a:lvl5pPr>
            <a:lvl6pPr lvl="5" rtl="0" algn="r">
              <a:spcBef>
                <a:spcPts val="0"/>
              </a:spcBef>
              <a:spcAft>
                <a:spcPts val="0"/>
              </a:spcAft>
              <a:buSzPts val="2500"/>
              <a:buNone/>
              <a:defRPr sz="2500"/>
            </a:lvl6pPr>
            <a:lvl7pPr lvl="6" rtl="0" algn="r">
              <a:spcBef>
                <a:spcPts val="0"/>
              </a:spcBef>
              <a:spcAft>
                <a:spcPts val="0"/>
              </a:spcAft>
              <a:buSzPts val="2500"/>
              <a:buNone/>
              <a:defRPr sz="2500"/>
            </a:lvl7pPr>
            <a:lvl8pPr lvl="7" rtl="0" algn="r">
              <a:spcBef>
                <a:spcPts val="0"/>
              </a:spcBef>
              <a:spcAft>
                <a:spcPts val="0"/>
              </a:spcAft>
              <a:buSzPts val="2500"/>
              <a:buNone/>
              <a:defRPr sz="2500"/>
            </a:lvl8pPr>
            <a:lvl9pPr lvl="8" rtl="0" algn="r">
              <a:spcBef>
                <a:spcPts val="0"/>
              </a:spcBef>
              <a:spcAft>
                <a:spcPts val="0"/>
              </a:spcAft>
              <a:buSzPts val="2500"/>
              <a:buNone/>
              <a:defRPr sz="2500"/>
            </a:lvl9pPr>
          </a:lstStyle>
          <a:p/>
        </p:txBody>
      </p:sp>
      <p:sp>
        <p:nvSpPr>
          <p:cNvPr id="358" name="Google Shape;358;p38"/>
          <p:cNvSpPr txBox="1"/>
          <p:nvPr>
            <p:ph idx="5" type="subTitle"/>
          </p:nvPr>
        </p:nvSpPr>
        <p:spPr>
          <a:xfrm>
            <a:off x="971503" y="2135500"/>
            <a:ext cx="2508600" cy="661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atin typeface="Manrope"/>
                <a:ea typeface="Manrope"/>
                <a:cs typeface="Manrope"/>
                <a:sym typeface="Manrope"/>
              </a:defRPr>
            </a:lvl1pPr>
            <a:lvl2pPr lvl="1" rtl="0" algn="r">
              <a:lnSpc>
                <a:spcPct val="100000"/>
              </a:lnSpc>
              <a:spcBef>
                <a:spcPts val="0"/>
              </a:spcBef>
              <a:spcAft>
                <a:spcPts val="0"/>
              </a:spcAft>
              <a:buSzPts val="1600"/>
              <a:buNone/>
              <a:defRPr/>
            </a:lvl2pPr>
            <a:lvl3pPr lvl="2" rtl="0" algn="r">
              <a:lnSpc>
                <a:spcPct val="100000"/>
              </a:lnSpc>
              <a:spcBef>
                <a:spcPts val="0"/>
              </a:spcBef>
              <a:spcAft>
                <a:spcPts val="0"/>
              </a:spcAft>
              <a:buSzPts val="1600"/>
              <a:buNone/>
              <a:defRPr/>
            </a:lvl3pPr>
            <a:lvl4pPr lvl="3" rtl="0" algn="r">
              <a:lnSpc>
                <a:spcPct val="100000"/>
              </a:lnSpc>
              <a:spcBef>
                <a:spcPts val="0"/>
              </a:spcBef>
              <a:spcAft>
                <a:spcPts val="0"/>
              </a:spcAft>
              <a:buSzPts val="1600"/>
              <a:buNone/>
              <a:defRPr/>
            </a:lvl4pPr>
            <a:lvl5pPr lvl="4" rtl="0" algn="r">
              <a:lnSpc>
                <a:spcPct val="100000"/>
              </a:lnSpc>
              <a:spcBef>
                <a:spcPts val="0"/>
              </a:spcBef>
              <a:spcAft>
                <a:spcPts val="0"/>
              </a:spcAft>
              <a:buSzPts val="1600"/>
              <a:buNone/>
              <a:defRPr/>
            </a:lvl5pPr>
            <a:lvl6pPr lvl="5" rtl="0" algn="r">
              <a:lnSpc>
                <a:spcPct val="100000"/>
              </a:lnSpc>
              <a:spcBef>
                <a:spcPts val="0"/>
              </a:spcBef>
              <a:spcAft>
                <a:spcPts val="0"/>
              </a:spcAft>
              <a:buSzPts val="1600"/>
              <a:buNone/>
              <a:defRPr/>
            </a:lvl6pPr>
            <a:lvl7pPr lvl="6" rtl="0" algn="r">
              <a:lnSpc>
                <a:spcPct val="100000"/>
              </a:lnSpc>
              <a:spcBef>
                <a:spcPts val="0"/>
              </a:spcBef>
              <a:spcAft>
                <a:spcPts val="0"/>
              </a:spcAft>
              <a:buSzPts val="1600"/>
              <a:buNone/>
              <a:defRPr/>
            </a:lvl7pPr>
            <a:lvl8pPr lvl="7" rtl="0" algn="r">
              <a:lnSpc>
                <a:spcPct val="100000"/>
              </a:lnSpc>
              <a:spcBef>
                <a:spcPts val="0"/>
              </a:spcBef>
              <a:spcAft>
                <a:spcPts val="0"/>
              </a:spcAft>
              <a:buSzPts val="1600"/>
              <a:buNone/>
              <a:defRPr/>
            </a:lvl8pPr>
            <a:lvl9pPr lvl="8" rtl="0" algn="r">
              <a:lnSpc>
                <a:spcPct val="100000"/>
              </a:lnSpc>
              <a:spcBef>
                <a:spcPts val="0"/>
              </a:spcBef>
              <a:spcAft>
                <a:spcPts val="0"/>
              </a:spcAft>
              <a:buSzPts val="1600"/>
              <a:buNone/>
              <a:defRPr/>
            </a:lvl9pPr>
          </a:lstStyle>
          <a:p/>
        </p:txBody>
      </p:sp>
      <p:sp>
        <p:nvSpPr>
          <p:cNvPr id="359" name="Google Shape;359;p38"/>
          <p:cNvSpPr txBox="1"/>
          <p:nvPr>
            <p:ph idx="6" type="title"/>
          </p:nvPr>
        </p:nvSpPr>
        <p:spPr>
          <a:xfrm>
            <a:off x="1252726" y="3198000"/>
            <a:ext cx="2227200" cy="487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500"/>
              <a:buNone/>
              <a:defRPr sz="2000">
                <a:latin typeface="Kulim Park"/>
                <a:ea typeface="Kulim Park"/>
                <a:cs typeface="Kulim Park"/>
                <a:sym typeface="Kulim Park"/>
              </a:defRPr>
            </a:lvl1pPr>
            <a:lvl2pPr lvl="1" rtl="0" algn="r">
              <a:spcBef>
                <a:spcPts val="0"/>
              </a:spcBef>
              <a:spcAft>
                <a:spcPts val="0"/>
              </a:spcAft>
              <a:buSzPts val="2500"/>
              <a:buNone/>
              <a:defRPr sz="2500"/>
            </a:lvl2pPr>
            <a:lvl3pPr lvl="2" rtl="0" algn="r">
              <a:spcBef>
                <a:spcPts val="0"/>
              </a:spcBef>
              <a:spcAft>
                <a:spcPts val="0"/>
              </a:spcAft>
              <a:buSzPts val="2500"/>
              <a:buNone/>
              <a:defRPr sz="2500"/>
            </a:lvl3pPr>
            <a:lvl4pPr lvl="3" rtl="0" algn="r">
              <a:spcBef>
                <a:spcPts val="0"/>
              </a:spcBef>
              <a:spcAft>
                <a:spcPts val="0"/>
              </a:spcAft>
              <a:buSzPts val="2500"/>
              <a:buNone/>
              <a:defRPr sz="2500"/>
            </a:lvl4pPr>
            <a:lvl5pPr lvl="4" rtl="0" algn="r">
              <a:spcBef>
                <a:spcPts val="0"/>
              </a:spcBef>
              <a:spcAft>
                <a:spcPts val="0"/>
              </a:spcAft>
              <a:buSzPts val="2500"/>
              <a:buNone/>
              <a:defRPr sz="2500"/>
            </a:lvl5pPr>
            <a:lvl6pPr lvl="5" rtl="0" algn="r">
              <a:spcBef>
                <a:spcPts val="0"/>
              </a:spcBef>
              <a:spcAft>
                <a:spcPts val="0"/>
              </a:spcAft>
              <a:buSzPts val="2500"/>
              <a:buNone/>
              <a:defRPr sz="2500"/>
            </a:lvl6pPr>
            <a:lvl7pPr lvl="6" rtl="0" algn="r">
              <a:spcBef>
                <a:spcPts val="0"/>
              </a:spcBef>
              <a:spcAft>
                <a:spcPts val="0"/>
              </a:spcAft>
              <a:buSzPts val="2500"/>
              <a:buNone/>
              <a:defRPr sz="2500"/>
            </a:lvl7pPr>
            <a:lvl8pPr lvl="7" rtl="0" algn="r">
              <a:spcBef>
                <a:spcPts val="0"/>
              </a:spcBef>
              <a:spcAft>
                <a:spcPts val="0"/>
              </a:spcAft>
              <a:buSzPts val="2500"/>
              <a:buNone/>
              <a:defRPr sz="2500"/>
            </a:lvl8pPr>
            <a:lvl9pPr lvl="8" rtl="0" algn="r">
              <a:spcBef>
                <a:spcPts val="0"/>
              </a:spcBef>
              <a:spcAft>
                <a:spcPts val="0"/>
              </a:spcAft>
              <a:buSzPts val="2500"/>
              <a:buNone/>
              <a:defRPr sz="2500"/>
            </a:lvl9pPr>
          </a:lstStyle>
          <a:p/>
        </p:txBody>
      </p:sp>
      <p:sp>
        <p:nvSpPr>
          <p:cNvPr id="360" name="Google Shape;360;p38"/>
          <p:cNvSpPr txBox="1"/>
          <p:nvPr>
            <p:ph idx="7" type="subTitle"/>
          </p:nvPr>
        </p:nvSpPr>
        <p:spPr>
          <a:xfrm>
            <a:off x="971475" y="3629875"/>
            <a:ext cx="2508600" cy="661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atin typeface="Manrope"/>
                <a:ea typeface="Manrope"/>
                <a:cs typeface="Manrope"/>
                <a:sym typeface="Manrope"/>
              </a:defRPr>
            </a:lvl1pPr>
            <a:lvl2pPr lvl="1" rtl="0" algn="r">
              <a:lnSpc>
                <a:spcPct val="100000"/>
              </a:lnSpc>
              <a:spcBef>
                <a:spcPts val="0"/>
              </a:spcBef>
              <a:spcAft>
                <a:spcPts val="0"/>
              </a:spcAft>
              <a:buSzPts val="1600"/>
              <a:buNone/>
              <a:defRPr/>
            </a:lvl2pPr>
            <a:lvl3pPr lvl="2" rtl="0" algn="r">
              <a:lnSpc>
                <a:spcPct val="100000"/>
              </a:lnSpc>
              <a:spcBef>
                <a:spcPts val="0"/>
              </a:spcBef>
              <a:spcAft>
                <a:spcPts val="0"/>
              </a:spcAft>
              <a:buSzPts val="1600"/>
              <a:buNone/>
              <a:defRPr/>
            </a:lvl3pPr>
            <a:lvl4pPr lvl="3" rtl="0" algn="r">
              <a:lnSpc>
                <a:spcPct val="100000"/>
              </a:lnSpc>
              <a:spcBef>
                <a:spcPts val="0"/>
              </a:spcBef>
              <a:spcAft>
                <a:spcPts val="0"/>
              </a:spcAft>
              <a:buSzPts val="1600"/>
              <a:buNone/>
              <a:defRPr/>
            </a:lvl4pPr>
            <a:lvl5pPr lvl="4" rtl="0" algn="r">
              <a:lnSpc>
                <a:spcPct val="100000"/>
              </a:lnSpc>
              <a:spcBef>
                <a:spcPts val="0"/>
              </a:spcBef>
              <a:spcAft>
                <a:spcPts val="0"/>
              </a:spcAft>
              <a:buSzPts val="1600"/>
              <a:buNone/>
              <a:defRPr/>
            </a:lvl5pPr>
            <a:lvl6pPr lvl="5" rtl="0" algn="r">
              <a:lnSpc>
                <a:spcPct val="100000"/>
              </a:lnSpc>
              <a:spcBef>
                <a:spcPts val="0"/>
              </a:spcBef>
              <a:spcAft>
                <a:spcPts val="0"/>
              </a:spcAft>
              <a:buSzPts val="1600"/>
              <a:buNone/>
              <a:defRPr/>
            </a:lvl6pPr>
            <a:lvl7pPr lvl="6" rtl="0" algn="r">
              <a:lnSpc>
                <a:spcPct val="100000"/>
              </a:lnSpc>
              <a:spcBef>
                <a:spcPts val="0"/>
              </a:spcBef>
              <a:spcAft>
                <a:spcPts val="0"/>
              </a:spcAft>
              <a:buSzPts val="1600"/>
              <a:buNone/>
              <a:defRPr/>
            </a:lvl7pPr>
            <a:lvl8pPr lvl="7" rtl="0" algn="r">
              <a:lnSpc>
                <a:spcPct val="100000"/>
              </a:lnSpc>
              <a:spcBef>
                <a:spcPts val="0"/>
              </a:spcBef>
              <a:spcAft>
                <a:spcPts val="0"/>
              </a:spcAft>
              <a:buSzPts val="1600"/>
              <a:buNone/>
              <a:defRPr/>
            </a:lvl8pPr>
            <a:lvl9pPr lvl="8" rtl="0" algn="r">
              <a:lnSpc>
                <a:spcPct val="100000"/>
              </a:lnSpc>
              <a:spcBef>
                <a:spcPts val="0"/>
              </a:spcBef>
              <a:spcAft>
                <a:spcPts val="0"/>
              </a:spcAft>
              <a:buSzPts val="1600"/>
              <a:buNone/>
              <a:defRPr/>
            </a:lvl9pPr>
          </a:lstStyle>
          <a:p/>
        </p:txBody>
      </p:sp>
      <p:sp>
        <p:nvSpPr>
          <p:cNvPr id="361" name="Google Shape;361;p38"/>
          <p:cNvSpPr txBox="1"/>
          <p:nvPr>
            <p:ph idx="8"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_1">
    <p:spTree>
      <p:nvGrpSpPr>
        <p:cNvPr id="362" name="Shape 362"/>
        <p:cNvGrpSpPr/>
        <p:nvPr/>
      </p:nvGrpSpPr>
      <p:grpSpPr>
        <a:xfrm>
          <a:off x="0" y="0"/>
          <a:ext cx="0" cy="0"/>
          <a:chOff x="0" y="0"/>
          <a:chExt cx="0" cy="0"/>
        </a:xfrm>
      </p:grpSpPr>
      <p:sp>
        <p:nvSpPr>
          <p:cNvPr id="363" name="Google Shape;363;p39"/>
          <p:cNvSpPr/>
          <p:nvPr/>
        </p:nvSpPr>
        <p:spPr>
          <a:xfrm flipH="1" rot="3394465">
            <a:off x="5593334" y="21714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9"/>
          <p:cNvSpPr/>
          <p:nvPr/>
        </p:nvSpPr>
        <p:spPr>
          <a:xfrm rot="-10285603">
            <a:off x="5869521" y="-2917283"/>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9"/>
          <p:cNvSpPr txBox="1"/>
          <p:nvPr>
            <p:ph type="title"/>
          </p:nvPr>
        </p:nvSpPr>
        <p:spPr>
          <a:xfrm flipH="1">
            <a:off x="3993600" y="437700"/>
            <a:ext cx="4410900" cy="6579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6" name="Google Shape;366;p39"/>
          <p:cNvSpPr txBox="1"/>
          <p:nvPr>
            <p:ph idx="2" type="title"/>
          </p:nvPr>
        </p:nvSpPr>
        <p:spPr>
          <a:xfrm>
            <a:off x="4157088" y="2211700"/>
            <a:ext cx="1454400" cy="929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67" name="Google Shape;367;p39"/>
          <p:cNvSpPr txBox="1"/>
          <p:nvPr>
            <p:ph idx="1" type="subTitle"/>
          </p:nvPr>
        </p:nvSpPr>
        <p:spPr>
          <a:xfrm>
            <a:off x="5964350" y="2211700"/>
            <a:ext cx="2440500" cy="92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68" name="Google Shape;368;p39"/>
          <p:cNvSpPr txBox="1"/>
          <p:nvPr>
            <p:ph idx="3" type="title"/>
          </p:nvPr>
        </p:nvSpPr>
        <p:spPr>
          <a:xfrm>
            <a:off x="4157088" y="3465525"/>
            <a:ext cx="1454400" cy="929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69" name="Google Shape;369;p39"/>
          <p:cNvSpPr txBox="1"/>
          <p:nvPr>
            <p:ph idx="4" type="subTitle"/>
          </p:nvPr>
        </p:nvSpPr>
        <p:spPr>
          <a:xfrm>
            <a:off x="5964350" y="3465525"/>
            <a:ext cx="2440500" cy="92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4">
    <p:spTree>
      <p:nvGrpSpPr>
        <p:cNvPr id="370" name="Shape 370"/>
        <p:cNvGrpSpPr/>
        <p:nvPr/>
      </p:nvGrpSpPr>
      <p:grpSpPr>
        <a:xfrm>
          <a:off x="0" y="0"/>
          <a:ext cx="0" cy="0"/>
          <a:chOff x="0" y="0"/>
          <a:chExt cx="0" cy="0"/>
        </a:xfrm>
      </p:grpSpPr>
      <p:sp>
        <p:nvSpPr>
          <p:cNvPr id="371" name="Google Shape;371;p40"/>
          <p:cNvSpPr/>
          <p:nvPr/>
        </p:nvSpPr>
        <p:spPr>
          <a:xfrm rot="-4102360">
            <a:off x="4113422" y="4765435"/>
            <a:ext cx="7471578" cy="477174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0"/>
          <p:cNvSpPr/>
          <p:nvPr/>
        </p:nvSpPr>
        <p:spPr>
          <a:xfrm flipH="1" rot="-813319">
            <a:off x="7043160" y="-1608948"/>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0"/>
          <p:cNvSpPr/>
          <p:nvPr/>
        </p:nvSpPr>
        <p:spPr>
          <a:xfrm rot="-3394465">
            <a:off x="-4084285" y="336016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0"/>
          <p:cNvSpPr/>
          <p:nvPr/>
        </p:nvSpPr>
        <p:spPr>
          <a:xfrm flipH="1" rot="10285603">
            <a:off x="-4881689" y="-1508408"/>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0"/>
          <p:cNvSpPr/>
          <p:nvPr/>
        </p:nvSpPr>
        <p:spPr>
          <a:xfrm flipH="1" rot="6738480">
            <a:off x="5484634" y="1473878"/>
            <a:ext cx="7826261" cy="287791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0"/>
          <p:cNvSpPr txBox="1"/>
          <p:nvPr>
            <p:ph type="title"/>
          </p:nvPr>
        </p:nvSpPr>
        <p:spPr>
          <a:xfrm>
            <a:off x="4633263" y="2692525"/>
            <a:ext cx="17886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77" name="Google Shape;377;p40"/>
          <p:cNvSpPr txBox="1"/>
          <p:nvPr>
            <p:ph idx="1" type="subTitle"/>
          </p:nvPr>
        </p:nvSpPr>
        <p:spPr>
          <a:xfrm>
            <a:off x="4633297" y="3124400"/>
            <a:ext cx="1788600" cy="84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78" name="Google Shape;378;p40"/>
          <p:cNvSpPr txBox="1"/>
          <p:nvPr>
            <p:ph idx="2" type="title"/>
          </p:nvPr>
        </p:nvSpPr>
        <p:spPr>
          <a:xfrm>
            <a:off x="6544613" y="2692525"/>
            <a:ext cx="17886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79" name="Google Shape;379;p40"/>
          <p:cNvSpPr txBox="1"/>
          <p:nvPr>
            <p:ph idx="3" type="subTitle"/>
          </p:nvPr>
        </p:nvSpPr>
        <p:spPr>
          <a:xfrm>
            <a:off x="6544625" y="3124400"/>
            <a:ext cx="1788600" cy="84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80" name="Google Shape;380;p40"/>
          <p:cNvSpPr txBox="1"/>
          <p:nvPr>
            <p:ph idx="4" type="title"/>
          </p:nvPr>
        </p:nvSpPr>
        <p:spPr>
          <a:xfrm>
            <a:off x="2721863" y="2692525"/>
            <a:ext cx="17886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r">
              <a:spcBef>
                <a:spcPts val="0"/>
              </a:spcBef>
              <a:spcAft>
                <a:spcPts val="0"/>
              </a:spcAft>
              <a:buSzPts val="2500"/>
              <a:buNone/>
              <a:defRPr sz="2500"/>
            </a:lvl2pPr>
            <a:lvl3pPr lvl="2" rtl="0" algn="r">
              <a:spcBef>
                <a:spcPts val="0"/>
              </a:spcBef>
              <a:spcAft>
                <a:spcPts val="0"/>
              </a:spcAft>
              <a:buSzPts val="2500"/>
              <a:buNone/>
              <a:defRPr sz="2500"/>
            </a:lvl3pPr>
            <a:lvl4pPr lvl="3" rtl="0" algn="r">
              <a:spcBef>
                <a:spcPts val="0"/>
              </a:spcBef>
              <a:spcAft>
                <a:spcPts val="0"/>
              </a:spcAft>
              <a:buSzPts val="2500"/>
              <a:buNone/>
              <a:defRPr sz="2500"/>
            </a:lvl4pPr>
            <a:lvl5pPr lvl="4" rtl="0" algn="r">
              <a:spcBef>
                <a:spcPts val="0"/>
              </a:spcBef>
              <a:spcAft>
                <a:spcPts val="0"/>
              </a:spcAft>
              <a:buSzPts val="2500"/>
              <a:buNone/>
              <a:defRPr sz="2500"/>
            </a:lvl5pPr>
            <a:lvl6pPr lvl="5" rtl="0" algn="r">
              <a:spcBef>
                <a:spcPts val="0"/>
              </a:spcBef>
              <a:spcAft>
                <a:spcPts val="0"/>
              </a:spcAft>
              <a:buSzPts val="2500"/>
              <a:buNone/>
              <a:defRPr sz="2500"/>
            </a:lvl6pPr>
            <a:lvl7pPr lvl="6" rtl="0" algn="r">
              <a:spcBef>
                <a:spcPts val="0"/>
              </a:spcBef>
              <a:spcAft>
                <a:spcPts val="0"/>
              </a:spcAft>
              <a:buSzPts val="2500"/>
              <a:buNone/>
              <a:defRPr sz="2500"/>
            </a:lvl7pPr>
            <a:lvl8pPr lvl="7" rtl="0" algn="r">
              <a:spcBef>
                <a:spcPts val="0"/>
              </a:spcBef>
              <a:spcAft>
                <a:spcPts val="0"/>
              </a:spcAft>
              <a:buSzPts val="2500"/>
              <a:buNone/>
              <a:defRPr sz="2500"/>
            </a:lvl8pPr>
            <a:lvl9pPr lvl="8" rtl="0" algn="r">
              <a:spcBef>
                <a:spcPts val="0"/>
              </a:spcBef>
              <a:spcAft>
                <a:spcPts val="0"/>
              </a:spcAft>
              <a:buSzPts val="2500"/>
              <a:buNone/>
              <a:defRPr sz="2500"/>
            </a:lvl9pPr>
          </a:lstStyle>
          <a:p/>
        </p:txBody>
      </p:sp>
      <p:sp>
        <p:nvSpPr>
          <p:cNvPr id="381" name="Google Shape;381;p40"/>
          <p:cNvSpPr txBox="1"/>
          <p:nvPr>
            <p:ph idx="5" type="subTitle"/>
          </p:nvPr>
        </p:nvSpPr>
        <p:spPr>
          <a:xfrm>
            <a:off x="2722019" y="3124400"/>
            <a:ext cx="1788600" cy="84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r">
              <a:lnSpc>
                <a:spcPct val="100000"/>
              </a:lnSpc>
              <a:spcBef>
                <a:spcPts val="0"/>
              </a:spcBef>
              <a:spcAft>
                <a:spcPts val="0"/>
              </a:spcAft>
              <a:buSzPts val="1600"/>
              <a:buNone/>
              <a:defRPr/>
            </a:lvl2pPr>
            <a:lvl3pPr lvl="2" rtl="0" algn="r">
              <a:lnSpc>
                <a:spcPct val="100000"/>
              </a:lnSpc>
              <a:spcBef>
                <a:spcPts val="0"/>
              </a:spcBef>
              <a:spcAft>
                <a:spcPts val="0"/>
              </a:spcAft>
              <a:buSzPts val="1600"/>
              <a:buNone/>
              <a:defRPr/>
            </a:lvl3pPr>
            <a:lvl4pPr lvl="3" rtl="0" algn="r">
              <a:lnSpc>
                <a:spcPct val="100000"/>
              </a:lnSpc>
              <a:spcBef>
                <a:spcPts val="0"/>
              </a:spcBef>
              <a:spcAft>
                <a:spcPts val="0"/>
              </a:spcAft>
              <a:buSzPts val="1600"/>
              <a:buNone/>
              <a:defRPr/>
            </a:lvl4pPr>
            <a:lvl5pPr lvl="4" rtl="0" algn="r">
              <a:lnSpc>
                <a:spcPct val="100000"/>
              </a:lnSpc>
              <a:spcBef>
                <a:spcPts val="0"/>
              </a:spcBef>
              <a:spcAft>
                <a:spcPts val="0"/>
              </a:spcAft>
              <a:buSzPts val="1600"/>
              <a:buNone/>
              <a:defRPr/>
            </a:lvl5pPr>
            <a:lvl6pPr lvl="5" rtl="0" algn="r">
              <a:lnSpc>
                <a:spcPct val="100000"/>
              </a:lnSpc>
              <a:spcBef>
                <a:spcPts val="0"/>
              </a:spcBef>
              <a:spcAft>
                <a:spcPts val="0"/>
              </a:spcAft>
              <a:buSzPts val="1600"/>
              <a:buNone/>
              <a:defRPr/>
            </a:lvl6pPr>
            <a:lvl7pPr lvl="6" rtl="0" algn="r">
              <a:lnSpc>
                <a:spcPct val="100000"/>
              </a:lnSpc>
              <a:spcBef>
                <a:spcPts val="0"/>
              </a:spcBef>
              <a:spcAft>
                <a:spcPts val="0"/>
              </a:spcAft>
              <a:buSzPts val="1600"/>
              <a:buNone/>
              <a:defRPr/>
            </a:lvl7pPr>
            <a:lvl8pPr lvl="7" rtl="0" algn="r">
              <a:lnSpc>
                <a:spcPct val="100000"/>
              </a:lnSpc>
              <a:spcBef>
                <a:spcPts val="0"/>
              </a:spcBef>
              <a:spcAft>
                <a:spcPts val="0"/>
              </a:spcAft>
              <a:buSzPts val="1600"/>
              <a:buNone/>
              <a:defRPr/>
            </a:lvl8pPr>
            <a:lvl9pPr lvl="8" rtl="0" algn="r">
              <a:lnSpc>
                <a:spcPct val="100000"/>
              </a:lnSpc>
              <a:spcBef>
                <a:spcPts val="0"/>
              </a:spcBef>
              <a:spcAft>
                <a:spcPts val="0"/>
              </a:spcAft>
              <a:buSzPts val="1600"/>
              <a:buNone/>
              <a:defRPr/>
            </a:lvl9pPr>
          </a:lstStyle>
          <a:p/>
        </p:txBody>
      </p:sp>
      <p:sp>
        <p:nvSpPr>
          <p:cNvPr id="382" name="Google Shape;382;p40"/>
          <p:cNvSpPr txBox="1"/>
          <p:nvPr>
            <p:ph idx="6" type="title"/>
          </p:nvPr>
        </p:nvSpPr>
        <p:spPr>
          <a:xfrm>
            <a:off x="810613" y="2692525"/>
            <a:ext cx="17886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lgn="r">
              <a:spcBef>
                <a:spcPts val="0"/>
              </a:spcBef>
              <a:spcAft>
                <a:spcPts val="0"/>
              </a:spcAft>
              <a:buSzPts val="2500"/>
              <a:buNone/>
              <a:defRPr sz="2500"/>
            </a:lvl2pPr>
            <a:lvl3pPr lvl="2" rtl="0" algn="r">
              <a:spcBef>
                <a:spcPts val="0"/>
              </a:spcBef>
              <a:spcAft>
                <a:spcPts val="0"/>
              </a:spcAft>
              <a:buSzPts val="2500"/>
              <a:buNone/>
              <a:defRPr sz="2500"/>
            </a:lvl3pPr>
            <a:lvl4pPr lvl="3" rtl="0" algn="r">
              <a:spcBef>
                <a:spcPts val="0"/>
              </a:spcBef>
              <a:spcAft>
                <a:spcPts val="0"/>
              </a:spcAft>
              <a:buSzPts val="2500"/>
              <a:buNone/>
              <a:defRPr sz="2500"/>
            </a:lvl4pPr>
            <a:lvl5pPr lvl="4" rtl="0" algn="r">
              <a:spcBef>
                <a:spcPts val="0"/>
              </a:spcBef>
              <a:spcAft>
                <a:spcPts val="0"/>
              </a:spcAft>
              <a:buSzPts val="2500"/>
              <a:buNone/>
              <a:defRPr sz="2500"/>
            </a:lvl5pPr>
            <a:lvl6pPr lvl="5" rtl="0" algn="r">
              <a:spcBef>
                <a:spcPts val="0"/>
              </a:spcBef>
              <a:spcAft>
                <a:spcPts val="0"/>
              </a:spcAft>
              <a:buSzPts val="2500"/>
              <a:buNone/>
              <a:defRPr sz="2500"/>
            </a:lvl6pPr>
            <a:lvl7pPr lvl="6" rtl="0" algn="r">
              <a:spcBef>
                <a:spcPts val="0"/>
              </a:spcBef>
              <a:spcAft>
                <a:spcPts val="0"/>
              </a:spcAft>
              <a:buSzPts val="2500"/>
              <a:buNone/>
              <a:defRPr sz="2500"/>
            </a:lvl7pPr>
            <a:lvl8pPr lvl="7" rtl="0" algn="r">
              <a:spcBef>
                <a:spcPts val="0"/>
              </a:spcBef>
              <a:spcAft>
                <a:spcPts val="0"/>
              </a:spcAft>
              <a:buSzPts val="2500"/>
              <a:buNone/>
              <a:defRPr sz="2500"/>
            </a:lvl8pPr>
            <a:lvl9pPr lvl="8" rtl="0" algn="r">
              <a:spcBef>
                <a:spcPts val="0"/>
              </a:spcBef>
              <a:spcAft>
                <a:spcPts val="0"/>
              </a:spcAft>
              <a:buSzPts val="2500"/>
              <a:buNone/>
              <a:defRPr sz="2500"/>
            </a:lvl9pPr>
          </a:lstStyle>
          <a:p/>
        </p:txBody>
      </p:sp>
      <p:sp>
        <p:nvSpPr>
          <p:cNvPr id="383" name="Google Shape;383;p40"/>
          <p:cNvSpPr txBox="1"/>
          <p:nvPr>
            <p:ph idx="7" type="subTitle"/>
          </p:nvPr>
        </p:nvSpPr>
        <p:spPr>
          <a:xfrm>
            <a:off x="810750" y="3124400"/>
            <a:ext cx="1788600" cy="84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gn="r">
              <a:lnSpc>
                <a:spcPct val="100000"/>
              </a:lnSpc>
              <a:spcBef>
                <a:spcPts val="0"/>
              </a:spcBef>
              <a:spcAft>
                <a:spcPts val="0"/>
              </a:spcAft>
              <a:buSzPts val="1600"/>
              <a:buNone/>
              <a:defRPr/>
            </a:lvl2pPr>
            <a:lvl3pPr lvl="2" rtl="0" algn="r">
              <a:lnSpc>
                <a:spcPct val="100000"/>
              </a:lnSpc>
              <a:spcBef>
                <a:spcPts val="0"/>
              </a:spcBef>
              <a:spcAft>
                <a:spcPts val="0"/>
              </a:spcAft>
              <a:buSzPts val="1600"/>
              <a:buNone/>
              <a:defRPr/>
            </a:lvl3pPr>
            <a:lvl4pPr lvl="3" rtl="0" algn="r">
              <a:lnSpc>
                <a:spcPct val="100000"/>
              </a:lnSpc>
              <a:spcBef>
                <a:spcPts val="0"/>
              </a:spcBef>
              <a:spcAft>
                <a:spcPts val="0"/>
              </a:spcAft>
              <a:buSzPts val="1600"/>
              <a:buNone/>
              <a:defRPr/>
            </a:lvl4pPr>
            <a:lvl5pPr lvl="4" rtl="0" algn="r">
              <a:lnSpc>
                <a:spcPct val="100000"/>
              </a:lnSpc>
              <a:spcBef>
                <a:spcPts val="0"/>
              </a:spcBef>
              <a:spcAft>
                <a:spcPts val="0"/>
              </a:spcAft>
              <a:buSzPts val="1600"/>
              <a:buNone/>
              <a:defRPr/>
            </a:lvl5pPr>
            <a:lvl6pPr lvl="5" rtl="0" algn="r">
              <a:lnSpc>
                <a:spcPct val="100000"/>
              </a:lnSpc>
              <a:spcBef>
                <a:spcPts val="0"/>
              </a:spcBef>
              <a:spcAft>
                <a:spcPts val="0"/>
              </a:spcAft>
              <a:buSzPts val="1600"/>
              <a:buNone/>
              <a:defRPr/>
            </a:lvl6pPr>
            <a:lvl7pPr lvl="6" rtl="0" algn="r">
              <a:lnSpc>
                <a:spcPct val="100000"/>
              </a:lnSpc>
              <a:spcBef>
                <a:spcPts val="0"/>
              </a:spcBef>
              <a:spcAft>
                <a:spcPts val="0"/>
              </a:spcAft>
              <a:buSzPts val="1600"/>
              <a:buNone/>
              <a:defRPr/>
            </a:lvl7pPr>
            <a:lvl8pPr lvl="7" rtl="0" algn="r">
              <a:lnSpc>
                <a:spcPct val="100000"/>
              </a:lnSpc>
              <a:spcBef>
                <a:spcPts val="0"/>
              </a:spcBef>
              <a:spcAft>
                <a:spcPts val="0"/>
              </a:spcAft>
              <a:buSzPts val="1600"/>
              <a:buNone/>
              <a:defRPr/>
            </a:lvl8pPr>
            <a:lvl9pPr lvl="8" rtl="0" algn="r">
              <a:lnSpc>
                <a:spcPct val="100000"/>
              </a:lnSpc>
              <a:spcBef>
                <a:spcPts val="0"/>
              </a:spcBef>
              <a:spcAft>
                <a:spcPts val="0"/>
              </a:spcAft>
              <a:buSzPts val="1600"/>
              <a:buNone/>
              <a:defRPr/>
            </a:lvl9pPr>
          </a:lstStyle>
          <a:p/>
        </p:txBody>
      </p:sp>
      <p:sp>
        <p:nvSpPr>
          <p:cNvPr id="384" name="Google Shape;384;p40"/>
          <p:cNvSpPr txBox="1"/>
          <p:nvPr>
            <p:ph idx="8"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85" name="Shape 385"/>
        <p:cNvGrpSpPr/>
        <p:nvPr/>
      </p:nvGrpSpPr>
      <p:grpSpPr>
        <a:xfrm>
          <a:off x="0" y="0"/>
          <a:ext cx="0" cy="0"/>
          <a:chOff x="0" y="0"/>
          <a:chExt cx="0" cy="0"/>
        </a:xfrm>
      </p:grpSpPr>
      <p:sp>
        <p:nvSpPr>
          <p:cNvPr id="386" name="Google Shape;386;p41"/>
          <p:cNvSpPr/>
          <p:nvPr/>
        </p:nvSpPr>
        <p:spPr>
          <a:xfrm rot="-10285629">
            <a:off x="6057524" y="-2124373"/>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1"/>
          <p:cNvSpPr/>
          <p:nvPr/>
        </p:nvSpPr>
        <p:spPr>
          <a:xfrm flipH="1">
            <a:off x="7942003" y="1004988"/>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1"/>
          <p:cNvSpPr/>
          <p:nvPr/>
        </p:nvSpPr>
        <p:spPr>
          <a:xfrm rot="2839443">
            <a:off x="-308418" y="2442034"/>
            <a:ext cx="6402141" cy="5689181"/>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1"/>
          <p:cNvSpPr/>
          <p:nvPr/>
        </p:nvSpPr>
        <p:spPr>
          <a:xfrm rot="9405665">
            <a:off x="-5036390" y="1932081"/>
            <a:ext cx="7310152" cy="6849835"/>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1"/>
          <p:cNvSpPr/>
          <p:nvPr/>
        </p:nvSpPr>
        <p:spPr>
          <a:xfrm rot="-1478505">
            <a:off x="-435239" y="-2304911"/>
            <a:ext cx="7826136" cy="2877871"/>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1"/>
          <p:cNvSpPr/>
          <p:nvPr/>
        </p:nvSpPr>
        <p:spPr>
          <a:xfrm flipH="1" rot="9555841">
            <a:off x="8042252" y="1808506"/>
            <a:ext cx="8200942" cy="301569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1"/>
          <p:cNvSpPr txBox="1"/>
          <p:nvPr>
            <p:ph type="title"/>
          </p:nvPr>
        </p:nvSpPr>
        <p:spPr>
          <a:xfrm>
            <a:off x="1465625" y="1627425"/>
            <a:ext cx="2746500" cy="460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93" name="Google Shape;393;p41"/>
          <p:cNvSpPr txBox="1"/>
          <p:nvPr>
            <p:ph idx="1" type="subTitle"/>
          </p:nvPr>
        </p:nvSpPr>
        <p:spPr>
          <a:xfrm>
            <a:off x="1465675" y="2087600"/>
            <a:ext cx="27465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94" name="Google Shape;394;p41"/>
          <p:cNvSpPr txBox="1"/>
          <p:nvPr>
            <p:ph idx="2" type="title"/>
          </p:nvPr>
        </p:nvSpPr>
        <p:spPr>
          <a:xfrm>
            <a:off x="1465625" y="2665450"/>
            <a:ext cx="2746500" cy="460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95" name="Google Shape;395;p41"/>
          <p:cNvSpPr txBox="1"/>
          <p:nvPr>
            <p:ph idx="3" type="subTitle"/>
          </p:nvPr>
        </p:nvSpPr>
        <p:spPr>
          <a:xfrm>
            <a:off x="1465675" y="3124625"/>
            <a:ext cx="27465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96" name="Google Shape;396;p41"/>
          <p:cNvSpPr txBox="1"/>
          <p:nvPr>
            <p:ph idx="4" type="title"/>
          </p:nvPr>
        </p:nvSpPr>
        <p:spPr>
          <a:xfrm>
            <a:off x="1465625" y="3703475"/>
            <a:ext cx="2746500" cy="460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97" name="Google Shape;397;p41"/>
          <p:cNvSpPr txBox="1"/>
          <p:nvPr>
            <p:ph idx="5" type="subTitle"/>
          </p:nvPr>
        </p:nvSpPr>
        <p:spPr>
          <a:xfrm>
            <a:off x="1465675" y="4162650"/>
            <a:ext cx="27465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98" name="Google Shape;398;p41"/>
          <p:cNvSpPr txBox="1"/>
          <p:nvPr>
            <p:ph idx="6" type="title"/>
          </p:nvPr>
        </p:nvSpPr>
        <p:spPr>
          <a:xfrm>
            <a:off x="5348850" y="1627425"/>
            <a:ext cx="2746500" cy="460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99" name="Google Shape;399;p41"/>
          <p:cNvSpPr txBox="1"/>
          <p:nvPr>
            <p:ph idx="7" type="subTitle"/>
          </p:nvPr>
        </p:nvSpPr>
        <p:spPr>
          <a:xfrm>
            <a:off x="5348900" y="2087600"/>
            <a:ext cx="27465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00" name="Google Shape;400;p41"/>
          <p:cNvSpPr txBox="1"/>
          <p:nvPr>
            <p:ph idx="8" type="title"/>
          </p:nvPr>
        </p:nvSpPr>
        <p:spPr>
          <a:xfrm>
            <a:off x="5348850" y="2665450"/>
            <a:ext cx="2746500" cy="460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01" name="Google Shape;401;p41"/>
          <p:cNvSpPr txBox="1"/>
          <p:nvPr>
            <p:ph idx="9" type="subTitle"/>
          </p:nvPr>
        </p:nvSpPr>
        <p:spPr>
          <a:xfrm>
            <a:off x="5348900" y="3124625"/>
            <a:ext cx="27465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02" name="Google Shape;402;p41"/>
          <p:cNvSpPr txBox="1"/>
          <p:nvPr>
            <p:ph idx="13" type="title"/>
          </p:nvPr>
        </p:nvSpPr>
        <p:spPr>
          <a:xfrm>
            <a:off x="5348850" y="3703475"/>
            <a:ext cx="2746500" cy="460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03" name="Google Shape;403;p41"/>
          <p:cNvSpPr txBox="1"/>
          <p:nvPr>
            <p:ph idx="14" type="subTitle"/>
          </p:nvPr>
        </p:nvSpPr>
        <p:spPr>
          <a:xfrm>
            <a:off x="5348900" y="4162650"/>
            <a:ext cx="27465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04" name="Google Shape;404;p41"/>
          <p:cNvSpPr txBox="1"/>
          <p:nvPr>
            <p:ph idx="15" type="title"/>
          </p:nvPr>
        </p:nvSpPr>
        <p:spPr>
          <a:xfrm>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7_1">
    <p:spTree>
      <p:nvGrpSpPr>
        <p:cNvPr id="405" name="Shape 405"/>
        <p:cNvGrpSpPr/>
        <p:nvPr/>
      </p:nvGrpSpPr>
      <p:grpSpPr>
        <a:xfrm>
          <a:off x="0" y="0"/>
          <a:ext cx="0" cy="0"/>
          <a:chOff x="0" y="0"/>
          <a:chExt cx="0" cy="0"/>
        </a:xfrm>
      </p:grpSpPr>
      <p:sp>
        <p:nvSpPr>
          <p:cNvPr id="406" name="Google Shape;406;p42"/>
          <p:cNvSpPr/>
          <p:nvPr/>
        </p:nvSpPr>
        <p:spPr>
          <a:xfrm flipH="1" rot="9339447">
            <a:off x="-5157706" y="2195120"/>
            <a:ext cx="7471555" cy="4771732"/>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2"/>
          <p:cNvSpPr/>
          <p:nvPr/>
        </p:nvSpPr>
        <p:spPr>
          <a:xfrm rot="-10285603">
            <a:off x="7150321" y="-2266383"/>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2"/>
          <p:cNvSpPr/>
          <p:nvPr/>
        </p:nvSpPr>
        <p:spPr>
          <a:xfrm rot="649785">
            <a:off x="6848027" y="-244025"/>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2"/>
          <p:cNvSpPr/>
          <p:nvPr/>
        </p:nvSpPr>
        <p:spPr>
          <a:xfrm rot="813319">
            <a:off x="-4299402" y="-47175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2"/>
          <p:cNvSpPr/>
          <p:nvPr/>
        </p:nvSpPr>
        <p:spPr>
          <a:xfrm rot="9089871">
            <a:off x="7049951" y="1893780"/>
            <a:ext cx="7826200" cy="2877895"/>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2"/>
          <p:cNvSpPr/>
          <p:nvPr/>
        </p:nvSpPr>
        <p:spPr>
          <a:xfrm rot="-576017">
            <a:off x="-4825529" y="-672274"/>
            <a:ext cx="7826074" cy="287784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2"/>
          <p:cNvSpPr txBox="1"/>
          <p:nvPr>
            <p:ph type="title"/>
          </p:nvPr>
        </p:nvSpPr>
        <p:spPr>
          <a:xfrm>
            <a:off x="721076" y="1932225"/>
            <a:ext cx="22272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13" name="Google Shape;413;p42"/>
          <p:cNvSpPr txBox="1"/>
          <p:nvPr>
            <p:ph idx="1" type="subTitle"/>
          </p:nvPr>
        </p:nvSpPr>
        <p:spPr>
          <a:xfrm>
            <a:off x="721125" y="2287900"/>
            <a:ext cx="2227200" cy="66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14" name="Google Shape;414;p42"/>
          <p:cNvSpPr txBox="1"/>
          <p:nvPr>
            <p:ph idx="2" type="title"/>
          </p:nvPr>
        </p:nvSpPr>
        <p:spPr>
          <a:xfrm>
            <a:off x="721076" y="3841025"/>
            <a:ext cx="22272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15" name="Google Shape;415;p42"/>
          <p:cNvSpPr txBox="1"/>
          <p:nvPr>
            <p:ph idx="3" type="subTitle"/>
          </p:nvPr>
        </p:nvSpPr>
        <p:spPr>
          <a:xfrm>
            <a:off x="721100" y="4196700"/>
            <a:ext cx="2227200" cy="66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16" name="Google Shape;416;p42"/>
          <p:cNvSpPr txBox="1"/>
          <p:nvPr>
            <p:ph idx="4" type="title"/>
          </p:nvPr>
        </p:nvSpPr>
        <p:spPr>
          <a:xfrm>
            <a:off x="3458376" y="1932225"/>
            <a:ext cx="22272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17" name="Google Shape;417;p42"/>
          <p:cNvSpPr txBox="1"/>
          <p:nvPr>
            <p:ph idx="5" type="subTitle"/>
          </p:nvPr>
        </p:nvSpPr>
        <p:spPr>
          <a:xfrm>
            <a:off x="3458425" y="2287900"/>
            <a:ext cx="2227200" cy="66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18" name="Google Shape;418;p42"/>
          <p:cNvSpPr txBox="1"/>
          <p:nvPr>
            <p:ph idx="6" type="title"/>
          </p:nvPr>
        </p:nvSpPr>
        <p:spPr>
          <a:xfrm>
            <a:off x="3458376" y="3841025"/>
            <a:ext cx="22272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19" name="Google Shape;419;p42"/>
          <p:cNvSpPr txBox="1"/>
          <p:nvPr>
            <p:ph idx="7" type="subTitle"/>
          </p:nvPr>
        </p:nvSpPr>
        <p:spPr>
          <a:xfrm>
            <a:off x="3458400" y="4196700"/>
            <a:ext cx="2227200" cy="66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20" name="Google Shape;420;p42"/>
          <p:cNvSpPr txBox="1"/>
          <p:nvPr>
            <p:ph idx="8" type="title"/>
          </p:nvPr>
        </p:nvSpPr>
        <p:spPr>
          <a:xfrm>
            <a:off x="6195726" y="1932225"/>
            <a:ext cx="22272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21" name="Google Shape;421;p42"/>
          <p:cNvSpPr txBox="1"/>
          <p:nvPr>
            <p:ph idx="9" type="subTitle"/>
          </p:nvPr>
        </p:nvSpPr>
        <p:spPr>
          <a:xfrm>
            <a:off x="6195775" y="2287900"/>
            <a:ext cx="2227200" cy="66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22" name="Google Shape;422;p42"/>
          <p:cNvSpPr txBox="1"/>
          <p:nvPr>
            <p:ph idx="13" type="title"/>
          </p:nvPr>
        </p:nvSpPr>
        <p:spPr>
          <a:xfrm>
            <a:off x="6195726" y="3841025"/>
            <a:ext cx="2227200" cy="487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23" name="Google Shape;423;p42"/>
          <p:cNvSpPr txBox="1"/>
          <p:nvPr>
            <p:ph idx="14" type="subTitle"/>
          </p:nvPr>
        </p:nvSpPr>
        <p:spPr>
          <a:xfrm>
            <a:off x="6195750" y="4196700"/>
            <a:ext cx="2227200" cy="66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24" name="Google Shape;424;p42"/>
          <p:cNvSpPr txBox="1"/>
          <p:nvPr>
            <p:ph idx="15"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2">
  <p:cSld name="CUSTOM_27">
    <p:spTree>
      <p:nvGrpSpPr>
        <p:cNvPr id="425" name="Shape 425"/>
        <p:cNvGrpSpPr/>
        <p:nvPr/>
      </p:nvGrpSpPr>
      <p:grpSpPr>
        <a:xfrm>
          <a:off x="0" y="0"/>
          <a:ext cx="0" cy="0"/>
          <a:chOff x="0" y="0"/>
          <a:chExt cx="0" cy="0"/>
        </a:xfrm>
      </p:grpSpPr>
      <p:sp>
        <p:nvSpPr>
          <p:cNvPr id="426" name="Google Shape;426;p43"/>
          <p:cNvSpPr/>
          <p:nvPr/>
        </p:nvSpPr>
        <p:spPr>
          <a:xfrm rot="-9339447">
            <a:off x="6847042" y="2970420"/>
            <a:ext cx="7471555" cy="4771732"/>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3"/>
          <p:cNvSpPr/>
          <p:nvPr/>
        </p:nvSpPr>
        <p:spPr>
          <a:xfrm flipH="1" rot="10285603">
            <a:off x="-5277715" y="-2464108"/>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3"/>
          <p:cNvSpPr/>
          <p:nvPr/>
        </p:nvSpPr>
        <p:spPr>
          <a:xfrm flipH="1" rot="-649785">
            <a:off x="-4089159" y="1056050"/>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3"/>
          <p:cNvSpPr/>
          <p:nvPr/>
        </p:nvSpPr>
        <p:spPr>
          <a:xfrm flipH="1" rot="-813319">
            <a:off x="7695609" y="-352217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3"/>
          <p:cNvSpPr/>
          <p:nvPr/>
        </p:nvSpPr>
        <p:spPr>
          <a:xfrm flipH="1" rot="-9089871">
            <a:off x="-5596635" y="1893780"/>
            <a:ext cx="7826200" cy="2877895"/>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3"/>
          <p:cNvSpPr/>
          <p:nvPr/>
        </p:nvSpPr>
        <p:spPr>
          <a:xfrm flipH="1" rot="1476017">
            <a:off x="6812373" y="775527"/>
            <a:ext cx="7826071" cy="287784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3"/>
          <p:cNvSpPr txBox="1"/>
          <p:nvPr>
            <p:ph type="title"/>
          </p:nvPr>
        </p:nvSpPr>
        <p:spPr>
          <a:xfrm>
            <a:off x="1242888" y="1932225"/>
            <a:ext cx="18747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33" name="Google Shape;433;p43"/>
          <p:cNvSpPr txBox="1"/>
          <p:nvPr>
            <p:ph idx="1" type="subTitle"/>
          </p:nvPr>
        </p:nvSpPr>
        <p:spPr>
          <a:xfrm>
            <a:off x="1242930" y="2287900"/>
            <a:ext cx="1874700" cy="66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34" name="Google Shape;434;p43"/>
          <p:cNvSpPr txBox="1"/>
          <p:nvPr>
            <p:ph idx="2" type="title"/>
          </p:nvPr>
        </p:nvSpPr>
        <p:spPr>
          <a:xfrm>
            <a:off x="1242889" y="3588576"/>
            <a:ext cx="18747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35" name="Google Shape;435;p43"/>
          <p:cNvSpPr txBox="1"/>
          <p:nvPr>
            <p:ph idx="3" type="subTitle"/>
          </p:nvPr>
        </p:nvSpPr>
        <p:spPr>
          <a:xfrm>
            <a:off x="1242909" y="3944251"/>
            <a:ext cx="1874700" cy="66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36" name="Google Shape;436;p43"/>
          <p:cNvSpPr txBox="1"/>
          <p:nvPr>
            <p:ph idx="4" type="title"/>
          </p:nvPr>
        </p:nvSpPr>
        <p:spPr>
          <a:xfrm>
            <a:off x="3973163" y="1932225"/>
            <a:ext cx="18747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37" name="Google Shape;437;p43"/>
          <p:cNvSpPr txBox="1"/>
          <p:nvPr>
            <p:ph idx="5" type="subTitle"/>
          </p:nvPr>
        </p:nvSpPr>
        <p:spPr>
          <a:xfrm>
            <a:off x="3973205" y="2287900"/>
            <a:ext cx="1874700" cy="66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38" name="Google Shape;438;p43"/>
          <p:cNvSpPr txBox="1"/>
          <p:nvPr>
            <p:ph idx="6" type="title"/>
          </p:nvPr>
        </p:nvSpPr>
        <p:spPr>
          <a:xfrm>
            <a:off x="3973164" y="3588576"/>
            <a:ext cx="18747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39" name="Google Shape;439;p43"/>
          <p:cNvSpPr txBox="1"/>
          <p:nvPr>
            <p:ph idx="7" type="subTitle"/>
          </p:nvPr>
        </p:nvSpPr>
        <p:spPr>
          <a:xfrm>
            <a:off x="3973184" y="3944251"/>
            <a:ext cx="1874700" cy="66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40" name="Google Shape;440;p43"/>
          <p:cNvSpPr txBox="1"/>
          <p:nvPr>
            <p:ph idx="8" type="title"/>
          </p:nvPr>
        </p:nvSpPr>
        <p:spPr>
          <a:xfrm>
            <a:off x="6703489" y="1932225"/>
            <a:ext cx="18747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41" name="Google Shape;441;p43"/>
          <p:cNvSpPr txBox="1"/>
          <p:nvPr>
            <p:ph idx="9" type="subTitle"/>
          </p:nvPr>
        </p:nvSpPr>
        <p:spPr>
          <a:xfrm>
            <a:off x="6703530" y="2287900"/>
            <a:ext cx="1874700" cy="66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42" name="Google Shape;442;p43"/>
          <p:cNvSpPr txBox="1"/>
          <p:nvPr>
            <p:ph idx="13" type="title"/>
          </p:nvPr>
        </p:nvSpPr>
        <p:spPr>
          <a:xfrm>
            <a:off x="6703489" y="3588576"/>
            <a:ext cx="1874700" cy="487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43" name="Google Shape;443;p43"/>
          <p:cNvSpPr txBox="1"/>
          <p:nvPr>
            <p:ph idx="14" type="subTitle"/>
          </p:nvPr>
        </p:nvSpPr>
        <p:spPr>
          <a:xfrm>
            <a:off x="6703509" y="3944251"/>
            <a:ext cx="1874700" cy="66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44" name="Google Shape;444;p43"/>
          <p:cNvSpPr txBox="1"/>
          <p:nvPr>
            <p:ph idx="15"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45" name="Shape 445"/>
        <p:cNvGrpSpPr/>
        <p:nvPr/>
      </p:nvGrpSpPr>
      <p:grpSpPr>
        <a:xfrm>
          <a:off x="0" y="0"/>
          <a:ext cx="0" cy="0"/>
          <a:chOff x="0" y="0"/>
          <a:chExt cx="0" cy="0"/>
        </a:xfrm>
      </p:grpSpPr>
      <p:sp>
        <p:nvSpPr>
          <p:cNvPr id="446" name="Google Shape;446;p44"/>
          <p:cNvSpPr/>
          <p:nvPr/>
        </p:nvSpPr>
        <p:spPr>
          <a:xfrm rot="813319">
            <a:off x="-2477752" y="-30743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4"/>
          <p:cNvSpPr/>
          <p:nvPr/>
        </p:nvSpPr>
        <p:spPr>
          <a:xfrm flipH="1" rot="3394465">
            <a:off x="3077084" y="34332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4"/>
          <p:cNvSpPr/>
          <p:nvPr/>
        </p:nvSpPr>
        <p:spPr>
          <a:xfrm>
            <a:off x="5315177" y="-12434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4"/>
          <p:cNvSpPr/>
          <p:nvPr/>
        </p:nvSpPr>
        <p:spPr>
          <a:xfrm rot="3406877">
            <a:off x="3098060" y="-32126"/>
            <a:ext cx="7826090" cy="2877855"/>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4"/>
          <p:cNvSpPr/>
          <p:nvPr/>
        </p:nvSpPr>
        <p:spPr>
          <a:xfrm flipH="1" rot="-649760">
            <a:off x="7075142" y="-713258"/>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4"/>
          <p:cNvSpPr/>
          <p:nvPr/>
        </p:nvSpPr>
        <p:spPr>
          <a:xfrm rot="-10285603">
            <a:off x="-4701904" y="2889692"/>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4"/>
          <p:cNvSpPr txBox="1"/>
          <p:nvPr>
            <p:ph hasCustomPrompt="1" type="title"/>
          </p:nvPr>
        </p:nvSpPr>
        <p:spPr>
          <a:xfrm>
            <a:off x="723300" y="751975"/>
            <a:ext cx="4696800" cy="1323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6000"/>
              <a:buNone/>
              <a:defRPr sz="73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453" name="Google Shape;453;p44"/>
          <p:cNvSpPr txBox="1"/>
          <p:nvPr>
            <p:ph idx="1" type="subTitle"/>
          </p:nvPr>
        </p:nvSpPr>
        <p:spPr>
          <a:xfrm>
            <a:off x="723300" y="2038177"/>
            <a:ext cx="4696800" cy="501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PT Sans"/>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Font typeface="PT Sans"/>
              <a:buNone/>
              <a:defRPr>
                <a:latin typeface="PT Sans"/>
                <a:ea typeface="PT Sans"/>
                <a:cs typeface="PT Sans"/>
                <a:sym typeface="PT Sans"/>
              </a:defRPr>
            </a:lvl4pPr>
            <a:lvl5pPr lvl="4" rtl="0">
              <a:lnSpc>
                <a:spcPct val="100000"/>
              </a:lnSpc>
              <a:spcBef>
                <a:spcPts val="0"/>
              </a:spcBef>
              <a:spcAft>
                <a:spcPts val="0"/>
              </a:spcAft>
              <a:buSzPts val="1600"/>
              <a:buFont typeface="PT Sans"/>
              <a:buNone/>
              <a:defRPr>
                <a:latin typeface="PT Sans"/>
                <a:ea typeface="PT Sans"/>
                <a:cs typeface="PT Sans"/>
                <a:sym typeface="PT Sans"/>
              </a:defRPr>
            </a:lvl5pPr>
            <a:lvl6pPr lvl="5" rtl="0">
              <a:lnSpc>
                <a:spcPct val="100000"/>
              </a:lnSpc>
              <a:spcBef>
                <a:spcPts val="0"/>
              </a:spcBef>
              <a:spcAft>
                <a:spcPts val="0"/>
              </a:spcAft>
              <a:buSzPts val="1600"/>
              <a:buFont typeface="PT Sans"/>
              <a:buNone/>
              <a:defRPr>
                <a:latin typeface="PT Sans"/>
                <a:ea typeface="PT Sans"/>
                <a:cs typeface="PT Sans"/>
                <a:sym typeface="PT Sans"/>
              </a:defRPr>
            </a:lvl6pPr>
            <a:lvl7pPr lvl="6" rtl="0">
              <a:lnSpc>
                <a:spcPct val="100000"/>
              </a:lnSpc>
              <a:spcBef>
                <a:spcPts val="0"/>
              </a:spcBef>
              <a:spcAft>
                <a:spcPts val="0"/>
              </a:spcAft>
              <a:buSzPts val="1600"/>
              <a:buFont typeface="PT Sans"/>
              <a:buNone/>
              <a:defRPr>
                <a:latin typeface="PT Sans"/>
                <a:ea typeface="PT Sans"/>
                <a:cs typeface="PT Sans"/>
                <a:sym typeface="PT Sans"/>
              </a:defRPr>
            </a:lvl7pPr>
            <a:lvl8pPr lvl="7" rtl="0">
              <a:lnSpc>
                <a:spcPct val="100000"/>
              </a:lnSpc>
              <a:spcBef>
                <a:spcPts val="0"/>
              </a:spcBef>
              <a:spcAft>
                <a:spcPts val="0"/>
              </a:spcAft>
              <a:buSzPts val="1600"/>
              <a:buFont typeface="PT Sans"/>
              <a:buNone/>
              <a:defRPr>
                <a:latin typeface="PT Sans"/>
                <a:ea typeface="PT Sans"/>
                <a:cs typeface="PT Sans"/>
                <a:sym typeface="PT Sans"/>
              </a:defRPr>
            </a:lvl8pPr>
            <a:lvl9pPr lvl="8" rtl="0">
              <a:lnSpc>
                <a:spcPct val="100000"/>
              </a:lnSpc>
              <a:spcBef>
                <a:spcPts val="0"/>
              </a:spcBef>
              <a:spcAft>
                <a:spcPts val="0"/>
              </a:spcAft>
              <a:buSzPts val="1600"/>
              <a:buFont typeface="PT Sans"/>
              <a:buNone/>
              <a:defRPr>
                <a:latin typeface="PT Sans"/>
                <a:ea typeface="PT Sans"/>
                <a:cs typeface="PT Sans"/>
                <a:sym typeface="PT Sans"/>
              </a:defRPr>
            </a:lvl9pPr>
          </a:lstStyle>
          <a:p/>
        </p:txBody>
      </p:sp>
      <p:sp>
        <p:nvSpPr>
          <p:cNvPr id="454" name="Google Shape;454;p44"/>
          <p:cNvSpPr txBox="1"/>
          <p:nvPr>
            <p:ph hasCustomPrompt="1" idx="2" type="title"/>
          </p:nvPr>
        </p:nvSpPr>
        <p:spPr>
          <a:xfrm>
            <a:off x="723300" y="2598825"/>
            <a:ext cx="4696800" cy="1323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6000"/>
              <a:buNone/>
              <a:defRPr sz="73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455" name="Google Shape;455;p44"/>
          <p:cNvSpPr txBox="1"/>
          <p:nvPr>
            <p:ph idx="3" type="subTitle"/>
          </p:nvPr>
        </p:nvSpPr>
        <p:spPr>
          <a:xfrm>
            <a:off x="723300" y="3889928"/>
            <a:ext cx="4696800" cy="501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PT Sans"/>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Font typeface="PT Sans"/>
              <a:buNone/>
              <a:defRPr>
                <a:latin typeface="PT Sans"/>
                <a:ea typeface="PT Sans"/>
                <a:cs typeface="PT Sans"/>
                <a:sym typeface="PT Sans"/>
              </a:defRPr>
            </a:lvl4pPr>
            <a:lvl5pPr lvl="4" rtl="0">
              <a:lnSpc>
                <a:spcPct val="100000"/>
              </a:lnSpc>
              <a:spcBef>
                <a:spcPts val="0"/>
              </a:spcBef>
              <a:spcAft>
                <a:spcPts val="0"/>
              </a:spcAft>
              <a:buSzPts val="1600"/>
              <a:buFont typeface="PT Sans"/>
              <a:buNone/>
              <a:defRPr>
                <a:latin typeface="PT Sans"/>
                <a:ea typeface="PT Sans"/>
                <a:cs typeface="PT Sans"/>
                <a:sym typeface="PT Sans"/>
              </a:defRPr>
            </a:lvl5pPr>
            <a:lvl6pPr lvl="5" rtl="0">
              <a:lnSpc>
                <a:spcPct val="100000"/>
              </a:lnSpc>
              <a:spcBef>
                <a:spcPts val="0"/>
              </a:spcBef>
              <a:spcAft>
                <a:spcPts val="0"/>
              </a:spcAft>
              <a:buSzPts val="1600"/>
              <a:buFont typeface="PT Sans"/>
              <a:buNone/>
              <a:defRPr>
                <a:latin typeface="PT Sans"/>
                <a:ea typeface="PT Sans"/>
                <a:cs typeface="PT Sans"/>
                <a:sym typeface="PT Sans"/>
              </a:defRPr>
            </a:lvl6pPr>
            <a:lvl7pPr lvl="6" rtl="0">
              <a:lnSpc>
                <a:spcPct val="100000"/>
              </a:lnSpc>
              <a:spcBef>
                <a:spcPts val="0"/>
              </a:spcBef>
              <a:spcAft>
                <a:spcPts val="0"/>
              </a:spcAft>
              <a:buSzPts val="1600"/>
              <a:buFont typeface="PT Sans"/>
              <a:buNone/>
              <a:defRPr>
                <a:latin typeface="PT Sans"/>
                <a:ea typeface="PT Sans"/>
                <a:cs typeface="PT Sans"/>
                <a:sym typeface="PT Sans"/>
              </a:defRPr>
            </a:lvl7pPr>
            <a:lvl8pPr lvl="7" rtl="0">
              <a:lnSpc>
                <a:spcPct val="100000"/>
              </a:lnSpc>
              <a:spcBef>
                <a:spcPts val="0"/>
              </a:spcBef>
              <a:spcAft>
                <a:spcPts val="0"/>
              </a:spcAft>
              <a:buSzPts val="1600"/>
              <a:buFont typeface="PT Sans"/>
              <a:buNone/>
              <a:defRPr>
                <a:latin typeface="PT Sans"/>
                <a:ea typeface="PT Sans"/>
                <a:cs typeface="PT Sans"/>
                <a:sym typeface="PT Sans"/>
              </a:defRPr>
            </a:lvl8pPr>
            <a:lvl9pPr lvl="8" rtl="0">
              <a:lnSpc>
                <a:spcPct val="100000"/>
              </a:lnSpc>
              <a:spcBef>
                <a:spcPts val="0"/>
              </a:spcBef>
              <a:spcAft>
                <a:spcPts val="0"/>
              </a:spcAft>
              <a:buSzPts val="1600"/>
              <a:buFont typeface="PT Sans"/>
              <a:buNone/>
              <a:defRPr>
                <a:latin typeface="PT Sans"/>
                <a:ea typeface="PT Sans"/>
                <a:cs typeface="PT Sans"/>
                <a:sym typeface="PT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9">
    <p:spTree>
      <p:nvGrpSpPr>
        <p:cNvPr id="456" name="Shape 456"/>
        <p:cNvGrpSpPr/>
        <p:nvPr/>
      </p:nvGrpSpPr>
      <p:grpSpPr>
        <a:xfrm>
          <a:off x="0" y="0"/>
          <a:ext cx="0" cy="0"/>
          <a:chOff x="0" y="0"/>
          <a:chExt cx="0" cy="0"/>
        </a:xfrm>
      </p:grpSpPr>
      <p:sp>
        <p:nvSpPr>
          <p:cNvPr id="457" name="Google Shape;457;p45"/>
          <p:cNvSpPr/>
          <p:nvPr/>
        </p:nvSpPr>
        <p:spPr>
          <a:xfrm flipH="1" rot="-813319">
            <a:off x="4461871" y="-38204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5"/>
          <p:cNvSpPr/>
          <p:nvPr/>
        </p:nvSpPr>
        <p:spPr>
          <a:xfrm rot="-3394465">
            <a:off x="-4415599" y="34332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5"/>
          <p:cNvSpPr/>
          <p:nvPr/>
        </p:nvSpPr>
        <p:spPr>
          <a:xfrm flipH="1">
            <a:off x="-3718816" y="-232974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5"/>
          <p:cNvSpPr/>
          <p:nvPr/>
        </p:nvSpPr>
        <p:spPr>
          <a:xfrm flipH="1" rot="-3406877">
            <a:off x="4741603" y="2701799"/>
            <a:ext cx="7826090" cy="2877855"/>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5"/>
          <p:cNvSpPr/>
          <p:nvPr/>
        </p:nvSpPr>
        <p:spPr>
          <a:xfrm rot="649760">
            <a:off x="-3160798" y="3729042"/>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5"/>
          <p:cNvSpPr/>
          <p:nvPr/>
        </p:nvSpPr>
        <p:spPr>
          <a:xfrm flipH="1" rot="10285603">
            <a:off x="4594972" y="2889692"/>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5"/>
          <p:cNvSpPr txBox="1"/>
          <p:nvPr>
            <p:ph hasCustomPrompt="1" type="title"/>
          </p:nvPr>
        </p:nvSpPr>
        <p:spPr>
          <a:xfrm>
            <a:off x="2223600" y="539500"/>
            <a:ext cx="4696800" cy="855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64" name="Google Shape;464;p45"/>
          <p:cNvSpPr txBox="1"/>
          <p:nvPr>
            <p:ph idx="1" type="subTitle"/>
          </p:nvPr>
        </p:nvSpPr>
        <p:spPr>
          <a:xfrm>
            <a:off x="2223600" y="1437838"/>
            <a:ext cx="4696800" cy="342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PT Sans"/>
              <a:buNon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Font typeface="PT Sans"/>
              <a:buNone/>
              <a:defRPr>
                <a:latin typeface="PT Sans"/>
                <a:ea typeface="PT Sans"/>
                <a:cs typeface="PT Sans"/>
                <a:sym typeface="PT Sans"/>
              </a:defRPr>
            </a:lvl4pPr>
            <a:lvl5pPr lvl="4" rtl="0" algn="ctr">
              <a:lnSpc>
                <a:spcPct val="100000"/>
              </a:lnSpc>
              <a:spcBef>
                <a:spcPts val="0"/>
              </a:spcBef>
              <a:spcAft>
                <a:spcPts val="0"/>
              </a:spcAft>
              <a:buSzPts val="1600"/>
              <a:buFont typeface="PT Sans"/>
              <a:buNone/>
              <a:defRPr>
                <a:latin typeface="PT Sans"/>
                <a:ea typeface="PT Sans"/>
                <a:cs typeface="PT Sans"/>
                <a:sym typeface="PT Sans"/>
              </a:defRPr>
            </a:lvl5pPr>
            <a:lvl6pPr lvl="5" rtl="0" algn="ctr">
              <a:lnSpc>
                <a:spcPct val="100000"/>
              </a:lnSpc>
              <a:spcBef>
                <a:spcPts val="0"/>
              </a:spcBef>
              <a:spcAft>
                <a:spcPts val="0"/>
              </a:spcAft>
              <a:buSzPts val="1600"/>
              <a:buFont typeface="PT Sans"/>
              <a:buNone/>
              <a:defRPr>
                <a:latin typeface="PT Sans"/>
                <a:ea typeface="PT Sans"/>
                <a:cs typeface="PT Sans"/>
                <a:sym typeface="PT Sans"/>
              </a:defRPr>
            </a:lvl6pPr>
            <a:lvl7pPr lvl="6" rtl="0" algn="ctr">
              <a:lnSpc>
                <a:spcPct val="100000"/>
              </a:lnSpc>
              <a:spcBef>
                <a:spcPts val="0"/>
              </a:spcBef>
              <a:spcAft>
                <a:spcPts val="0"/>
              </a:spcAft>
              <a:buSzPts val="1600"/>
              <a:buFont typeface="PT Sans"/>
              <a:buNone/>
              <a:defRPr>
                <a:latin typeface="PT Sans"/>
                <a:ea typeface="PT Sans"/>
                <a:cs typeface="PT Sans"/>
                <a:sym typeface="PT Sans"/>
              </a:defRPr>
            </a:lvl7pPr>
            <a:lvl8pPr lvl="7" rtl="0" algn="ctr">
              <a:lnSpc>
                <a:spcPct val="100000"/>
              </a:lnSpc>
              <a:spcBef>
                <a:spcPts val="0"/>
              </a:spcBef>
              <a:spcAft>
                <a:spcPts val="0"/>
              </a:spcAft>
              <a:buSzPts val="1600"/>
              <a:buFont typeface="PT Sans"/>
              <a:buNone/>
              <a:defRPr>
                <a:latin typeface="PT Sans"/>
                <a:ea typeface="PT Sans"/>
                <a:cs typeface="PT Sans"/>
                <a:sym typeface="PT Sans"/>
              </a:defRPr>
            </a:lvl8pPr>
            <a:lvl9pPr lvl="8" rtl="0" algn="ctr">
              <a:lnSpc>
                <a:spcPct val="100000"/>
              </a:lnSpc>
              <a:spcBef>
                <a:spcPts val="0"/>
              </a:spcBef>
              <a:spcAft>
                <a:spcPts val="0"/>
              </a:spcAft>
              <a:buSzPts val="1600"/>
              <a:buFont typeface="PT Sans"/>
              <a:buNone/>
              <a:defRPr>
                <a:latin typeface="PT Sans"/>
                <a:ea typeface="PT Sans"/>
                <a:cs typeface="PT Sans"/>
                <a:sym typeface="PT Sans"/>
              </a:defRPr>
            </a:lvl9pPr>
          </a:lstStyle>
          <a:p/>
        </p:txBody>
      </p:sp>
      <p:sp>
        <p:nvSpPr>
          <p:cNvPr id="465" name="Google Shape;465;p45"/>
          <p:cNvSpPr txBox="1"/>
          <p:nvPr>
            <p:ph hasCustomPrompt="1" idx="2" type="title"/>
          </p:nvPr>
        </p:nvSpPr>
        <p:spPr>
          <a:xfrm>
            <a:off x="2223600" y="3354350"/>
            <a:ext cx="4696800" cy="855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66" name="Google Shape;466;p45"/>
          <p:cNvSpPr txBox="1"/>
          <p:nvPr>
            <p:ph idx="3" type="subTitle"/>
          </p:nvPr>
        </p:nvSpPr>
        <p:spPr>
          <a:xfrm>
            <a:off x="2223600" y="4257426"/>
            <a:ext cx="4696800" cy="342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PT Sans"/>
              <a:buNon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Font typeface="PT Sans"/>
              <a:buNone/>
              <a:defRPr>
                <a:latin typeface="PT Sans"/>
                <a:ea typeface="PT Sans"/>
                <a:cs typeface="PT Sans"/>
                <a:sym typeface="PT Sans"/>
              </a:defRPr>
            </a:lvl4pPr>
            <a:lvl5pPr lvl="4" rtl="0" algn="ctr">
              <a:lnSpc>
                <a:spcPct val="100000"/>
              </a:lnSpc>
              <a:spcBef>
                <a:spcPts val="0"/>
              </a:spcBef>
              <a:spcAft>
                <a:spcPts val="0"/>
              </a:spcAft>
              <a:buSzPts val="1600"/>
              <a:buFont typeface="PT Sans"/>
              <a:buNone/>
              <a:defRPr>
                <a:latin typeface="PT Sans"/>
                <a:ea typeface="PT Sans"/>
                <a:cs typeface="PT Sans"/>
                <a:sym typeface="PT Sans"/>
              </a:defRPr>
            </a:lvl5pPr>
            <a:lvl6pPr lvl="5" rtl="0" algn="ctr">
              <a:lnSpc>
                <a:spcPct val="100000"/>
              </a:lnSpc>
              <a:spcBef>
                <a:spcPts val="0"/>
              </a:spcBef>
              <a:spcAft>
                <a:spcPts val="0"/>
              </a:spcAft>
              <a:buSzPts val="1600"/>
              <a:buFont typeface="PT Sans"/>
              <a:buNone/>
              <a:defRPr>
                <a:latin typeface="PT Sans"/>
                <a:ea typeface="PT Sans"/>
                <a:cs typeface="PT Sans"/>
                <a:sym typeface="PT Sans"/>
              </a:defRPr>
            </a:lvl6pPr>
            <a:lvl7pPr lvl="6" rtl="0" algn="ctr">
              <a:lnSpc>
                <a:spcPct val="100000"/>
              </a:lnSpc>
              <a:spcBef>
                <a:spcPts val="0"/>
              </a:spcBef>
              <a:spcAft>
                <a:spcPts val="0"/>
              </a:spcAft>
              <a:buSzPts val="1600"/>
              <a:buFont typeface="PT Sans"/>
              <a:buNone/>
              <a:defRPr>
                <a:latin typeface="PT Sans"/>
                <a:ea typeface="PT Sans"/>
                <a:cs typeface="PT Sans"/>
                <a:sym typeface="PT Sans"/>
              </a:defRPr>
            </a:lvl7pPr>
            <a:lvl8pPr lvl="7" rtl="0" algn="ctr">
              <a:lnSpc>
                <a:spcPct val="100000"/>
              </a:lnSpc>
              <a:spcBef>
                <a:spcPts val="0"/>
              </a:spcBef>
              <a:spcAft>
                <a:spcPts val="0"/>
              </a:spcAft>
              <a:buSzPts val="1600"/>
              <a:buFont typeface="PT Sans"/>
              <a:buNone/>
              <a:defRPr>
                <a:latin typeface="PT Sans"/>
                <a:ea typeface="PT Sans"/>
                <a:cs typeface="PT Sans"/>
                <a:sym typeface="PT Sans"/>
              </a:defRPr>
            </a:lvl8pPr>
            <a:lvl9pPr lvl="8" rtl="0" algn="ctr">
              <a:lnSpc>
                <a:spcPct val="100000"/>
              </a:lnSpc>
              <a:spcBef>
                <a:spcPts val="0"/>
              </a:spcBef>
              <a:spcAft>
                <a:spcPts val="0"/>
              </a:spcAft>
              <a:buSzPts val="1600"/>
              <a:buFont typeface="PT Sans"/>
              <a:buNone/>
              <a:defRPr>
                <a:latin typeface="PT Sans"/>
                <a:ea typeface="PT Sans"/>
                <a:cs typeface="PT Sans"/>
                <a:sym typeface="PT Sans"/>
              </a:defRPr>
            </a:lvl9pPr>
          </a:lstStyle>
          <a:p/>
        </p:txBody>
      </p:sp>
      <p:sp>
        <p:nvSpPr>
          <p:cNvPr id="467" name="Google Shape;467;p45"/>
          <p:cNvSpPr txBox="1"/>
          <p:nvPr>
            <p:ph hasCustomPrompt="1" idx="4" type="title"/>
          </p:nvPr>
        </p:nvSpPr>
        <p:spPr>
          <a:xfrm>
            <a:off x="2223600" y="1944550"/>
            <a:ext cx="4696800" cy="855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68" name="Google Shape;468;p45"/>
          <p:cNvSpPr txBox="1"/>
          <p:nvPr>
            <p:ph idx="5" type="subTitle"/>
          </p:nvPr>
        </p:nvSpPr>
        <p:spPr>
          <a:xfrm>
            <a:off x="2223600" y="2847626"/>
            <a:ext cx="4696800" cy="342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PT Sans"/>
              <a:buNon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Font typeface="PT Sans"/>
              <a:buNone/>
              <a:defRPr>
                <a:latin typeface="PT Sans"/>
                <a:ea typeface="PT Sans"/>
                <a:cs typeface="PT Sans"/>
                <a:sym typeface="PT Sans"/>
              </a:defRPr>
            </a:lvl4pPr>
            <a:lvl5pPr lvl="4" rtl="0" algn="ctr">
              <a:lnSpc>
                <a:spcPct val="100000"/>
              </a:lnSpc>
              <a:spcBef>
                <a:spcPts val="0"/>
              </a:spcBef>
              <a:spcAft>
                <a:spcPts val="0"/>
              </a:spcAft>
              <a:buSzPts val="1600"/>
              <a:buFont typeface="PT Sans"/>
              <a:buNone/>
              <a:defRPr>
                <a:latin typeface="PT Sans"/>
                <a:ea typeface="PT Sans"/>
                <a:cs typeface="PT Sans"/>
                <a:sym typeface="PT Sans"/>
              </a:defRPr>
            </a:lvl5pPr>
            <a:lvl6pPr lvl="5" rtl="0" algn="ctr">
              <a:lnSpc>
                <a:spcPct val="100000"/>
              </a:lnSpc>
              <a:spcBef>
                <a:spcPts val="0"/>
              </a:spcBef>
              <a:spcAft>
                <a:spcPts val="0"/>
              </a:spcAft>
              <a:buSzPts val="1600"/>
              <a:buFont typeface="PT Sans"/>
              <a:buNone/>
              <a:defRPr>
                <a:latin typeface="PT Sans"/>
                <a:ea typeface="PT Sans"/>
                <a:cs typeface="PT Sans"/>
                <a:sym typeface="PT Sans"/>
              </a:defRPr>
            </a:lvl6pPr>
            <a:lvl7pPr lvl="6" rtl="0" algn="ctr">
              <a:lnSpc>
                <a:spcPct val="100000"/>
              </a:lnSpc>
              <a:spcBef>
                <a:spcPts val="0"/>
              </a:spcBef>
              <a:spcAft>
                <a:spcPts val="0"/>
              </a:spcAft>
              <a:buSzPts val="1600"/>
              <a:buFont typeface="PT Sans"/>
              <a:buNone/>
              <a:defRPr>
                <a:latin typeface="PT Sans"/>
                <a:ea typeface="PT Sans"/>
                <a:cs typeface="PT Sans"/>
                <a:sym typeface="PT Sans"/>
              </a:defRPr>
            </a:lvl7pPr>
            <a:lvl8pPr lvl="7" rtl="0" algn="ctr">
              <a:lnSpc>
                <a:spcPct val="100000"/>
              </a:lnSpc>
              <a:spcBef>
                <a:spcPts val="0"/>
              </a:spcBef>
              <a:spcAft>
                <a:spcPts val="0"/>
              </a:spcAft>
              <a:buSzPts val="1600"/>
              <a:buFont typeface="PT Sans"/>
              <a:buNone/>
              <a:defRPr>
                <a:latin typeface="PT Sans"/>
                <a:ea typeface="PT Sans"/>
                <a:cs typeface="PT Sans"/>
                <a:sym typeface="PT Sans"/>
              </a:defRPr>
            </a:lvl8pPr>
            <a:lvl9pPr lvl="8" rtl="0" algn="ctr">
              <a:lnSpc>
                <a:spcPct val="100000"/>
              </a:lnSpc>
              <a:spcBef>
                <a:spcPts val="0"/>
              </a:spcBef>
              <a:spcAft>
                <a:spcPts val="0"/>
              </a:spcAft>
              <a:buSzPts val="1600"/>
              <a:buFont typeface="PT Sans"/>
              <a:buNone/>
              <a:defRPr>
                <a:latin typeface="PT Sans"/>
                <a:ea typeface="PT Sans"/>
                <a:cs typeface="PT Sans"/>
                <a:sym typeface="PT Sans"/>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8_1">
    <p:spTree>
      <p:nvGrpSpPr>
        <p:cNvPr id="469" name="Shape 469"/>
        <p:cNvGrpSpPr/>
        <p:nvPr/>
      </p:nvGrpSpPr>
      <p:grpSpPr>
        <a:xfrm>
          <a:off x="0" y="0"/>
          <a:ext cx="0" cy="0"/>
          <a:chOff x="0" y="0"/>
          <a:chExt cx="0" cy="0"/>
        </a:xfrm>
      </p:grpSpPr>
      <p:sp>
        <p:nvSpPr>
          <p:cNvPr id="470" name="Google Shape;470;p46"/>
          <p:cNvSpPr/>
          <p:nvPr/>
        </p:nvSpPr>
        <p:spPr>
          <a:xfrm rot="-3394465">
            <a:off x="-2929870" y="34332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6"/>
          <p:cNvSpPr/>
          <p:nvPr/>
        </p:nvSpPr>
        <p:spPr>
          <a:xfrm flipH="1">
            <a:off x="-4081962" y="-12434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6"/>
          <p:cNvSpPr/>
          <p:nvPr/>
        </p:nvSpPr>
        <p:spPr>
          <a:xfrm flipH="1" rot="-3952094">
            <a:off x="-3954406" y="-32116"/>
            <a:ext cx="7826127" cy="287786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6"/>
          <p:cNvSpPr/>
          <p:nvPr/>
        </p:nvSpPr>
        <p:spPr>
          <a:xfrm rot="649760">
            <a:off x="-3199069" y="-713258"/>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6"/>
          <p:cNvSpPr/>
          <p:nvPr/>
        </p:nvSpPr>
        <p:spPr>
          <a:xfrm flipH="1" rot="-813319">
            <a:off x="4926200" y="-30743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6"/>
          <p:cNvSpPr/>
          <p:nvPr/>
        </p:nvSpPr>
        <p:spPr>
          <a:xfrm flipH="1" rot="10285603">
            <a:off x="6080701" y="3752842"/>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6"/>
          <p:cNvSpPr/>
          <p:nvPr/>
        </p:nvSpPr>
        <p:spPr>
          <a:xfrm flipH="1" rot="7426355">
            <a:off x="6582052" y="1132830"/>
            <a:ext cx="7826046" cy="287783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6"/>
          <p:cNvSpPr txBox="1"/>
          <p:nvPr>
            <p:ph type="title"/>
          </p:nvPr>
        </p:nvSpPr>
        <p:spPr>
          <a:xfrm flipH="1">
            <a:off x="719925" y="437700"/>
            <a:ext cx="7704000" cy="657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78" name="Google Shape;478;p46"/>
          <p:cNvSpPr txBox="1"/>
          <p:nvPr>
            <p:ph idx="2" type="title"/>
          </p:nvPr>
        </p:nvSpPr>
        <p:spPr>
          <a:xfrm>
            <a:off x="872476" y="1425413"/>
            <a:ext cx="23052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79" name="Google Shape;479;p46"/>
          <p:cNvSpPr txBox="1"/>
          <p:nvPr>
            <p:ph idx="1" type="subTitle"/>
          </p:nvPr>
        </p:nvSpPr>
        <p:spPr>
          <a:xfrm>
            <a:off x="872475" y="3674675"/>
            <a:ext cx="2305200" cy="935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480" name="Google Shape;480;p46"/>
          <p:cNvSpPr txBox="1"/>
          <p:nvPr>
            <p:ph idx="3" type="title"/>
          </p:nvPr>
        </p:nvSpPr>
        <p:spPr>
          <a:xfrm>
            <a:off x="3498100" y="1425413"/>
            <a:ext cx="21477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81" name="Google Shape;481;p46"/>
          <p:cNvSpPr txBox="1"/>
          <p:nvPr>
            <p:ph idx="4" type="subTitle"/>
          </p:nvPr>
        </p:nvSpPr>
        <p:spPr>
          <a:xfrm>
            <a:off x="3498101" y="3674675"/>
            <a:ext cx="2147700" cy="935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482" name="Google Shape;482;p46"/>
          <p:cNvSpPr txBox="1"/>
          <p:nvPr>
            <p:ph idx="5" type="title"/>
          </p:nvPr>
        </p:nvSpPr>
        <p:spPr>
          <a:xfrm>
            <a:off x="5966121" y="1425413"/>
            <a:ext cx="2305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83" name="Google Shape;483;p46"/>
          <p:cNvSpPr txBox="1"/>
          <p:nvPr>
            <p:ph idx="6" type="subTitle"/>
          </p:nvPr>
        </p:nvSpPr>
        <p:spPr>
          <a:xfrm>
            <a:off x="5966125" y="3674675"/>
            <a:ext cx="2305500" cy="935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484" name="Google Shape;484;p46"/>
          <p:cNvSpPr txBox="1"/>
          <p:nvPr>
            <p:ph hasCustomPrompt="1" idx="7" type="title"/>
          </p:nvPr>
        </p:nvSpPr>
        <p:spPr>
          <a:xfrm>
            <a:off x="1573073" y="2523644"/>
            <a:ext cx="898200" cy="4356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5" name="Google Shape;485;p46"/>
          <p:cNvSpPr txBox="1"/>
          <p:nvPr>
            <p:ph hasCustomPrompt="1" idx="8" type="title"/>
          </p:nvPr>
        </p:nvSpPr>
        <p:spPr>
          <a:xfrm>
            <a:off x="4123139" y="2518934"/>
            <a:ext cx="898200" cy="4356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6" name="Google Shape;486;p46"/>
          <p:cNvSpPr txBox="1"/>
          <p:nvPr>
            <p:ph hasCustomPrompt="1" idx="9" type="title"/>
          </p:nvPr>
        </p:nvSpPr>
        <p:spPr>
          <a:xfrm>
            <a:off x="6672769" y="2523644"/>
            <a:ext cx="898200" cy="4356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CUSTOM_30">
    <p:spTree>
      <p:nvGrpSpPr>
        <p:cNvPr id="487" name="Shape 487"/>
        <p:cNvGrpSpPr/>
        <p:nvPr/>
      </p:nvGrpSpPr>
      <p:grpSpPr>
        <a:xfrm>
          <a:off x="0" y="0"/>
          <a:ext cx="0" cy="0"/>
          <a:chOff x="0" y="0"/>
          <a:chExt cx="0" cy="0"/>
        </a:xfrm>
      </p:grpSpPr>
      <p:sp>
        <p:nvSpPr>
          <p:cNvPr id="488" name="Google Shape;488;p47"/>
          <p:cNvSpPr/>
          <p:nvPr/>
        </p:nvSpPr>
        <p:spPr>
          <a:xfrm rot="7405535">
            <a:off x="3401384" y="-4181093"/>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7"/>
          <p:cNvSpPr/>
          <p:nvPr/>
        </p:nvSpPr>
        <p:spPr>
          <a:xfrm flipH="1" rot="10800000">
            <a:off x="6191327" y="657454"/>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7"/>
          <p:cNvSpPr/>
          <p:nvPr/>
        </p:nvSpPr>
        <p:spPr>
          <a:xfrm flipH="1" rot="6847906">
            <a:off x="5303136" y="1964597"/>
            <a:ext cx="7826127" cy="287786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7"/>
          <p:cNvSpPr/>
          <p:nvPr/>
        </p:nvSpPr>
        <p:spPr>
          <a:xfrm rot="-10150240">
            <a:off x="7399442" y="4033234"/>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7"/>
          <p:cNvSpPr/>
          <p:nvPr/>
        </p:nvSpPr>
        <p:spPr>
          <a:xfrm flipH="1" rot="9986681">
            <a:off x="-2153452" y="2195519"/>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7"/>
          <p:cNvSpPr/>
          <p:nvPr/>
        </p:nvSpPr>
        <p:spPr>
          <a:xfrm flipH="1" rot="-514397">
            <a:off x="-4377604" y="-3714358"/>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7"/>
          <p:cNvSpPr/>
          <p:nvPr/>
        </p:nvSpPr>
        <p:spPr>
          <a:xfrm flipH="1" rot="-3373645">
            <a:off x="-5233242" y="799680"/>
            <a:ext cx="7826046" cy="287783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7"/>
          <p:cNvSpPr txBox="1"/>
          <p:nvPr>
            <p:ph type="title"/>
          </p:nvPr>
        </p:nvSpPr>
        <p:spPr>
          <a:xfrm>
            <a:off x="872476" y="2613288"/>
            <a:ext cx="23052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96" name="Google Shape;496;p47"/>
          <p:cNvSpPr txBox="1"/>
          <p:nvPr>
            <p:ph idx="1" type="subTitle"/>
          </p:nvPr>
        </p:nvSpPr>
        <p:spPr>
          <a:xfrm>
            <a:off x="872475" y="2979000"/>
            <a:ext cx="2305200" cy="935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497" name="Google Shape;497;p47"/>
          <p:cNvSpPr txBox="1"/>
          <p:nvPr>
            <p:ph idx="2" type="title"/>
          </p:nvPr>
        </p:nvSpPr>
        <p:spPr>
          <a:xfrm>
            <a:off x="3498100" y="2613288"/>
            <a:ext cx="21477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98" name="Google Shape;498;p47"/>
          <p:cNvSpPr txBox="1"/>
          <p:nvPr>
            <p:ph idx="3" type="subTitle"/>
          </p:nvPr>
        </p:nvSpPr>
        <p:spPr>
          <a:xfrm>
            <a:off x="3498101" y="2979000"/>
            <a:ext cx="2147700" cy="935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499" name="Google Shape;499;p47"/>
          <p:cNvSpPr txBox="1"/>
          <p:nvPr>
            <p:ph idx="4" type="title"/>
          </p:nvPr>
        </p:nvSpPr>
        <p:spPr>
          <a:xfrm>
            <a:off x="5966121" y="2613288"/>
            <a:ext cx="2305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00" name="Google Shape;500;p47"/>
          <p:cNvSpPr txBox="1"/>
          <p:nvPr>
            <p:ph idx="5" type="subTitle"/>
          </p:nvPr>
        </p:nvSpPr>
        <p:spPr>
          <a:xfrm>
            <a:off x="5966125" y="2979000"/>
            <a:ext cx="2305500" cy="935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501" name="Google Shape;501;p47"/>
          <p:cNvSpPr txBox="1"/>
          <p:nvPr>
            <p:ph hasCustomPrompt="1" idx="6" type="title"/>
          </p:nvPr>
        </p:nvSpPr>
        <p:spPr>
          <a:xfrm>
            <a:off x="1407025" y="1529650"/>
            <a:ext cx="1230300" cy="4356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02" name="Google Shape;502;p47"/>
          <p:cNvSpPr txBox="1"/>
          <p:nvPr>
            <p:ph hasCustomPrompt="1" idx="7" type="title"/>
          </p:nvPr>
        </p:nvSpPr>
        <p:spPr>
          <a:xfrm>
            <a:off x="3957087" y="1524925"/>
            <a:ext cx="1230300" cy="4356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03" name="Google Shape;503;p47"/>
          <p:cNvSpPr txBox="1"/>
          <p:nvPr>
            <p:ph hasCustomPrompt="1" idx="8" type="title"/>
          </p:nvPr>
        </p:nvSpPr>
        <p:spPr>
          <a:xfrm>
            <a:off x="6506727" y="1529650"/>
            <a:ext cx="1230300" cy="4356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504" name="Shape 504"/>
        <p:cNvGrpSpPr/>
        <p:nvPr/>
      </p:nvGrpSpPr>
      <p:grpSpPr>
        <a:xfrm>
          <a:off x="0" y="0"/>
          <a:ext cx="0" cy="0"/>
          <a:chOff x="0" y="0"/>
          <a:chExt cx="0" cy="0"/>
        </a:xfrm>
      </p:grpSpPr>
      <p:sp>
        <p:nvSpPr>
          <p:cNvPr id="505" name="Google Shape;505;p48"/>
          <p:cNvSpPr/>
          <p:nvPr/>
        </p:nvSpPr>
        <p:spPr>
          <a:xfrm flipH="1" rot="-813319">
            <a:off x="4432698" y="-342427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8"/>
          <p:cNvSpPr/>
          <p:nvPr/>
        </p:nvSpPr>
        <p:spPr>
          <a:xfrm rot="649785">
            <a:off x="-1816445" y="-738425"/>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8"/>
          <p:cNvSpPr/>
          <p:nvPr/>
        </p:nvSpPr>
        <p:spPr>
          <a:xfrm flipH="1">
            <a:off x="620870" y="2238100"/>
            <a:ext cx="7471673" cy="477180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8"/>
          <p:cNvSpPr/>
          <p:nvPr/>
        </p:nvSpPr>
        <p:spPr>
          <a:xfrm flipH="1" rot="-8823147">
            <a:off x="5804215" y="2808773"/>
            <a:ext cx="5990392" cy="5613180"/>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8"/>
          <p:cNvSpPr/>
          <p:nvPr/>
        </p:nvSpPr>
        <p:spPr>
          <a:xfrm flipH="1" rot="8100000">
            <a:off x="-2522993" y="494176"/>
            <a:ext cx="4935837" cy="3769884"/>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8"/>
          <p:cNvSpPr/>
          <p:nvPr/>
        </p:nvSpPr>
        <p:spPr>
          <a:xfrm flipH="1" rot="-649785">
            <a:off x="3942880" y="4401125"/>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8"/>
          <p:cNvSpPr/>
          <p:nvPr/>
        </p:nvSpPr>
        <p:spPr>
          <a:xfrm flipH="1" rot="-2128845">
            <a:off x="-1704639" y="-1767729"/>
            <a:ext cx="7826192" cy="2877892"/>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8"/>
          <p:cNvSpPr txBox="1"/>
          <p:nvPr>
            <p:ph type="title"/>
          </p:nvPr>
        </p:nvSpPr>
        <p:spPr>
          <a:xfrm>
            <a:off x="1276650" y="438900"/>
            <a:ext cx="6590700" cy="1000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13" name="Google Shape;513;p48"/>
          <p:cNvSpPr txBox="1"/>
          <p:nvPr>
            <p:ph idx="1" type="subTitle"/>
          </p:nvPr>
        </p:nvSpPr>
        <p:spPr>
          <a:xfrm>
            <a:off x="2854650" y="1652972"/>
            <a:ext cx="3434700" cy="100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514" name="Google Shape;514;p48"/>
          <p:cNvSpPr/>
          <p:nvPr/>
        </p:nvSpPr>
        <p:spPr>
          <a:xfrm flipH="1" rot="9555807">
            <a:off x="7660042" y="2297294"/>
            <a:ext cx="7826096" cy="287785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8"/>
          <p:cNvSpPr txBox="1"/>
          <p:nvPr/>
        </p:nvSpPr>
        <p:spPr>
          <a:xfrm>
            <a:off x="1672100" y="3967300"/>
            <a:ext cx="5806800" cy="369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000">
                <a:solidFill>
                  <a:schemeClr val="dk1"/>
                </a:solidFill>
                <a:latin typeface="Manrope"/>
                <a:ea typeface="Manrope"/>
                <a:cs typeface="Manrope"/>
                <a:sym typeface="Manrope"/>
              </a:rPr>
              <a:t>CREDITS: This presentation template was created by </a:t>
            </a:r>
            <a:r>
              <a:rPr b="1" lang="en" sz="1000">
                <a:solidFill>
                  <a:schemeClr val="dk1"/>
                </a:solidFill>
                <a:uFill>
                  <a:noFill/>
                </a:uFill>
                <a:latin typeface="Manrope"/>
                <a:ea typeface="Manrope"/>
                <a:cs typeface="Manrope"/>
                <a:sym typeface="Manrope"/>
                <a:hlinkClick r:id="rId2">
                  <a:extLst>
                    <a:ext uri="{A12FA001-AC4F-418D-AE19-62706E023703}">
                      <ahyp:hlinkClr val="tx"/>
                    </a:ext>
                  </a:extLst>
                </a:hlinkClick>
              </a:rPr>
              <a:t>Slidesgo</a:t>
            </a:r>
            <a:r>
              <a:rPr lang="en" sz="1000">
                <a:solidFill>
                  <a:schemeClr val="dk1"/>
                </a:solidFill>
                <a:latin typeface="Manrope"/>
                <a:ea typeface="Manrope"/>
                <a:cs typeface="Manrope"/>
                <a:sym typeface="Manrope"/>
              </a:rPr>
              <a:t>, and includes icons, infographics &amp; images by</a:t>
            </a:r>
            <a:r>
              <a:rPr b="1" lang="en" sz="1000">
                <a:solidFill>
                  <a:schemeClr val="dk1"/>
                </a:solidFill>
                <a:latin typeface="Manrope"/>
                <a:ea typeface="Manrope"/>
                <a:cs typeface="Manrope"/>
                <a:sym typeface="Manrope"/>
              </a:rPr>
              <a:t> </a:t>
            </a:r>
            <a:r>
              <a:rPr b="1" lang="en" sz="1000">
                <a:solidFill>
                  <a:schemeClr val="dk1"/>
                </a:solidFill>
                <a:uFill>
                  <a:noFill/>
                </a:uFill>
                <a:latin typeface="Manrope"/>
                <a:ea typeface="Manrope"/>
                <a:cs typeface="Manrope"/>
                <a:sym typeface="Manrope"/>
                <a:hlinkClick r:id="rId3">
                  <a:extLst>
                    <a:ext uri="{A12FA001-AC4F-418D-AE19-62706E023703}">
                      <ahyp:hlinkClr val="tx"/>
                    </a:ext>
                  </a:extLst>
                </a:hlinkClick>
              </a:rPr>
              <a:t>Freepik</a:t>
            </a:r>
            <a:endParaRPr b="1" sz="1000">
              <a:solidFill>
                <a:schemeClr val="dk1"/>
              </a:solidFill>
              <a:latin typeface="Manrope"/>
              <a:ea typeface="Manrope"/>
              <a:cs typeface="Manrope"/>
              <a:sym typeface="Manrope"/>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16" name="Shape 516"/>
        <p:cNvGrpSpPr/>
        <p:nvPr/>
      </p:nvGrpSpPr>
      <p:grpSpPr>
        <a:xfrm>
          <a:off x="0" y="0"/>
          <a:ext cx="0" cy="0"/>
          <a:chOff x="0" y="0"/>
          <a:chExt cx="0" cy="0"/>
        </a:xfrm>
      </p:grpSpPr>
      <p:sp>
        <p:nvSpPr>
          <p:cNvPr id="517" name="Google Shape;517;p49"/>
          <p:cNvSpPr/>
          <p:nvPr/>
        </p:nvSpPr>
        <p:spPr>
          <a:xfrm rot="-10285629">
            <a:off x="4140874" y="-2015123"/>
            <a:ext cx="9471588" cy="6049060"/>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9"/>
          <p:cNvSpPr/>
          <p:nvPr/>
        </p:nvSpPr>
        <p:spPr>
          <a:xfrm flipH="1">
            <a:off x="6818628" y="2586663"/>
            <a:ext cx="5766771" cy="368296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9"/>
          <p:cNvSpPr/>
          <p:nvPr/>
        </p:nvSpPr>
        <p:spPr>
          <a:xfrm flipH="1" rot="9748587">
            <a:off x="5601527" y="2021265"/>
            <a:ext cx="8200944" cy="301569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9"/>
          <p:cNvSpPr/>
          <p:nvPr/>
        </p:nvSpPr>
        <p:spPr>
          <a:xfrm flipH="1" rot="4102346">
            <a:off x="-2270967" y="3805847"/>
            <a:ext cx="9416338" cy="601377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9"/>
          <p:cNvSpPr/>
          <p:nvPr/>
        </p:nvSpPr>
        <p:spPr>
          <a:xfrm rot="813319">
            <a:off x="-3580677" y="-14257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9"/>
          <p:cNvSpPr/>
          <p:nvPr/>
        </p:nvSpPr>
        <p:spPr>
          <a:xfrm>
            <a:off x="3065327" y="-4200997"/>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23" name="Shape 523"/>
        <p:cNvGrpSpPr/>
        <p:nvPr/>
      </p:nvGrpSpPr>
      <p:grpSpPr>
        <a:xfrm>
          <a:off x="0" y="0"/>
          <a:ext cx="0" cy="0"/>
          <a:chOff x="0" y="0"/>
          <a:chExt cx="0" cy="0"/>
        </a:xfrm>
      </p:grpSpPr>
      <p:sp>
        <p:nvSpPr>
          <p:cNvPr id="524" name="Google Shape;524;p50"/>
          <p:cNvSpPr/>
          <p:nvPr/>
        </p:nvSpPr>
        <p:spPr>
          <a:xfrm flipH="1" rot="4102360">
            <a:off x="-2512533" y="4030635"/>
            <a:ext cx="7471578" cy="477174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0"/>
          <p:cNvSpPr/>
          <p:nvPr/>
        </p:nvSpPr>
        <p:spPr>
          <a:xfrm rot="813319">
            <a:off x="-4129602" y="-173702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50"/>
          <p:cNvSpPr/>
          <p:nvPr/>
        </p:nvSpPr>
        <p:spPr>
          <a:xfrm flipH="1" rot="3394465">
            <a:off x="5593334" y="2171418"/>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50"/>
          <p:cNvSpPr/>
          <p:nvPr/>
        </p:nvSpPr>
        <p:spPr>
          <a:xfrm rot="-10285603">
            <a:off x="6336471" y="-2917283"/>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50"/>
          <p:cNvSpPr/>
          <p:nvPr/>
        </p:nvSpPr>
        <p:spPr>
          <a:xfrm rot="-2238616">
            <a:off x="-4635728" y="470344"/>
            <a:ext cx="7826078" cy="2877850"/>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36">
    <p:spTree>
      <p:nvGrpSpPr>
        <p:cNvPr id="529" name="Shape 529"/>
        <p:cNvGrpSpPr/>
        <p:nvPr/>
      </p:nvGrpSpPr>
      <p:grpSpPr>
        <a:xfrm>
          <a:off x="0" y="0"/>
          <a:ext cx="0" cy="0"/>
          <a:chOff x="0" y="0"/>
          <a:chExt cx="0" cy="0"/>
        </a:xfrm>
      </p:grpSpPr>
      <p:sp>
        <p:nvSpPr>
          <p:cNvPr id="530" name="Google Shape;530;p51"/>
          <p:cNvSpPr/>
          <p:nvPr/>
        </p:nvSpPr>
        <p:spPr>
          <a:xfrm rot="813319">
            <a:off x="-1121291" y="-3424273"/>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51"/>
          <p:cNvSpPr/>
          <p:nvPr/>
        </p:nvSpPr>
        <p:spPr>
          <a:xfrm flipH="1" rot="-649785">
            <a:off x="6971064" y="-738425"/>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51"/>
          <p:cNvSpPr/>
          <p:nvPr/>
        </p:nvSpPr>
        <p:spPr>
          <a:xfrm>
            <a:off x="1620973" y="2238100"/>
            <a:ext cx="7471673" cy="4771807"/>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1"/>
          <p:cNvSpPr/>
          <p:nvPr/>
        </p:nvSpPr>
        <p:spPr>
          <a:xfrm rot="8823147">
            <a:off x="-2081090" y="2808773"/>
            <a:ext cx="5990392" cy="5613180"/>
          </a:xfrm>
          <a:custGeom>
            <a:rect b="b" l="l" r="r" t="t"/>
            <a:pathLst>
              <a:path extrusionOk="0" h="87424" w="93299">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1"/>
          <p:cNvSpPr/>
          <p:nvPr/>
        </p:nvSpPr>
        <p:spPr>
          <a:xfrm rot="-8100000">
            <a:off x="7300672" y="494176"/>
            <a:ext cx="4935837" cy="3769884"/>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1"/>
          <p:cNvSpPr/>
          <p:nvPr/>
        </p:nvSpPr>
        <p:spPr>
          <a:xfrm rot="649785">
            <a:off x="1211739" y="4401125"/>
            <a:ext cx="4558897" cy="1365861"/>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51"/>
          <p:cNvSpPr/>
          <p:nvPr/>
        </p:nvSpPr>
        <p:spPr>
          <a:xfrm rot="2128845">
            <a:off x="3591964" y="-1767729"/>
            <a:ext cx="7826192" cy="2877892"/>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1"/>
          <p:cNvSpPr/>
          <p:nvPr/>
        </p:nvSpPr>
        <p:spPr>
          <a:xfrm rot="-9555807">
            <a:off x="-5772621" y="2297294"/>
            <a:ext cx="7826096" cy="2877857"/>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7">
    <p:spTree>
      <p:nvGrpSpPr>
        <p:cNvPr id="538" name="Shape 538"/>
        <p:cNvGrpSpPr/>
        <p:nvPr/>
      </p:nvGrpSpPr>
      <p:grpSpPr>
        <a:xfrm>
          <a:off x="0" y="0"/>
          <a:ext cx="0" cy="0"/>
          <a:chOff x="0" y="0"/>
          <a:chExt cx="0" cy="0"/>
        </a:xfrm>
      </p:grpSpPr>
      <p:sp>
        <p:nvSpPr>
          <p:cNvPr id="539" name="Google Shape;539;p52"/>
          <p:cNvSpPr/>
          <p:nvPr/>
        </p:nvSpPr>
        <p:spPr>
          <a:xfrm flipH="1" rot="-7405535">
            <a:off x="-3234670" y="-3952493"/>
            <a:ext cx="8703343" cy="5558223"/>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52"/>
          <p:cNvSpPr/>
          <p:nvPr/>
        </p:nvSpPr>
        <p:spPr>
          <a:xfrm rot="10800000">
            <a:off x="-4386762" y="886054"/>
            <a:ext cx="7065492" cy="5396392"/>
          </a:xfrm>
          <a:custGeom>
            <a:rect b="b" l="l" r="r" t="t"/>
            <a:pathLst>
              <a:path extrusionOk="0" h="29633" w="38799">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2"/>
          <p:cNvSpPr/>
          <p:nvPr/>
        </p:nvSpPr>
        <p:spPr>
          <a:xfrm rot="-6847906">
            <a:off x="-4259206" y="2193197"/>
            <a:ext cx="7826127" cy="287786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2"/>
          <p:cNvSpPr/>
          <p:nvPr/>
        </p:nvSpPr>
        <p:spPr>
          <a:xfrm flipH="1" rot="10150240">
            <a:off x="-3503869" y="4261834"/>
            <a:ext cx="4974484" cy="1490372"/>
          </a:xfrm>
          <a:custGeom>
            <a:rect b="b" l="l" r="r" t="t"/>
            <a:pathLst>
              <a:path extrusionOk="0" h="14730" w="49165">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52"/>
          <p:cNvSpPr/>
          <p:nvPr/>
        </p:nvSpPr>
        <p:spPr>
          <a:xfrm rot="-9986681">
            <a:off x="4621400" y="2424119"/>
            <a:ext cx="6402109" cy="5689153"/>
          </a:xfrm>
          <a:custGeom>
            <a:rect b="b" l="l" r="r" t="t"/>
            <a:pathLst>
              <a:path extrusionOk="0" h="28248" w="31788">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52"/>
          <p:cNvSpPr/>
          <p:nvPr/>
        </p:nvSpPr>
        <p:spPr>
          <a:xfrm rot="514397">
            <a:off x="5775901" y="-3485758"/>
            <a:ext cx="7471761" cy="4771864"/>
          </a:xfrm>
          <a:custGeom>
            <a:rect b="b" l="l" r="r" t="t"/>
            <a:pathLst>
              <a:path extrusionOk="0" h="56068" w="87791">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2"/>
          <p:cNvSpPr/>
          <p:nvPr/>
        </p:nvSpPr>
        <p:spPr>
          <a:xfrm rot="3373645">
            <a:off x="6277252" y="1028280"/>
            <a:ext cx="7826046" cy="2877838"/>
          </a:xfrm>
          <a:custGeom>
            <a:rect b="b" l="l" r="r" t="t"/>
            <a:pathLst>
              <a:path extrusionOk="0" fill="none" h="28195" w="76674">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cap="flat" cmpd="sng" w="28575">
            <a:solidFill>
              <a:schemeClr val="accent3"/>
            </a:solidFill>
            <a:prstDash val="solid"/>
            <a:miter lim="325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46" name="Shape 546"/>
        <p:cNvGrpSpPr/>
        <p:nvPr/>
      </p:nvGrpSpPr>
      <p:grpSpPr>
        <a:xfrm>
          <a:off x="0" y="0"/>
          <a:ext cx="0" cy="0"/>
          <a:chOff x="0" y="0"/>
          <a:chExt cx="0" cy="0"/>
        </a:xfrm>
      </p:grpSpPr>
      <p:sp>
        <p:nvSpPr>
          <p:cNvPr id="547" name="Google Shape;547;p53"/>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48" name="Google Shape;548;p5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549" name="Google Shape;549;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550" name="Shape 550"/>
        <p:cNvGrpSpPr/>
        <p:nvPr/>
      </p:nvGrpSpPr>
      <p:grpSpPr>
        <a:xfrm>
          <a:off x="0" y="0"/>
          <a:ext cx="0" cy="0"/>
          <a:chOff x="0" y="0"/>
          <a:chExt cx="0" cy="0"/>
        </a:xfrm>
      </p:grpSpPr>
      <p:sp>
        <p:nvSpPr>
          <p:cNvPr id="551" name="Google Shape;551;p54"/>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5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53" name="Google Shape;553;p5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4" name="Google Shape;554;p54"/>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Clr>
                <a:schemeClr val="dk1"/>
              </a:buClr>
              <a:buSzPts val="1600"/>
              <a:buChar char="●"/>
              <a:defRPr>
                <a:solidFill>
                  <a:schemeClr val="dk1"/>
                </a:solidFill>
              </a:defRPr>
            </a:lvl1pPr>
            <a:lvl2pPr indent="-330200" lvl="1" marL="914400">
              <a:spcBef>
                <a:spcPts val="0"/>
              </a:spcBef>
              <a:spcAft>
                <a:spcPts val="0"/>
              </a:spcAft>
              <a:buClr>
                <a:schemeClr val="dk1"/>
              </a:buClr>
              <a:buSzPts val="1600"/>
              <a:buChar char="○"/>
              <a:defRPr>
                <a:solidFill>
                  <a:schemeClr val="dk1"/>
                </a:solidFill>
              </a:defRPr>
            </a:lvl2pPr>
            <a:lvl3pPr indent="-330200" lvl="2" marL="1371600">
              <a:spcBef>
                <a:spcPts val="0"/>
              </a:spcBef>
              <a:spcAft>
                <a:spcPts val="0"/>
              </a:spcAft>
              <a:buClr>
                <a:schemeClr val="dk1"/>
              </a:buClr>
              <a:buSzPts val="1600"/>
              <a:buChar char="■"/>
              <a:defRPr>
                <a:solidFill>
                  <a:schemeClr val="dk1"/>
                </a:solidFill>
              </a:defRPr>
            </a:lvl3pPr>
            <a:lvl4pPr indent="-330200" lvl="3" marL="1828800">
              <a:spcBef>
                <a:spcPts val="0"/>
              </a:spcBef>
              <a:spcAft>
                <a:spcPts val="0"/>
              </a:spcAft>
              <a:buClr>
                <a:schemeClr val="dk1"/>
              </a:buClr>
              <a:buSzPts val="1600"/>
              <a:buChar char="●"/>
              <a:defRPr>
                <a:solidFill>
                  <a:schemeClr val="dk1"/>
                </a:solidFill>
              </a:defRPr>
            </a:lvl4pPr>
            <a:lvl5pPr indent="-330200" lvl="4" marL="2286000">
              <a:spcBef>
                <a:spcPts val="0"/>
              </a:spcBef>
              <a:spcAft>
                <a:spcPts val="0"/>
              </a:spcAft>
              <a:buClr>
                <a:schemeClr val="dk1"/>
              </a:buClr>
              <a:buSzPts val="1600"/>
              <a:buChar char="○"/>
              <a:defRPr>
                <a:solidFill>
                  <a:schemeClr val="dk1"/>
                </a:solidFill>
              </a:defRPr>
            </a:lvl5pPr>
            <a:lvl6pPr indent="-330200" lvl="5" marL="2743200">
              <a:spcBef>
                <a:spcPts val="0"/>
              </a:spcBef>
              <a:spcAft>
                <a:spcPts val="0"/>
              </a:spcAft>
              <a:buClr>
                <a:schemeClr val="dk1"/>
              </a:buClr>
              <a:buSzPts val="1600"/>
              <a:buChar char="■"/>
              <a:defRPr>
                <a:solidFill>
                  <a:schemeClr val="dk1"/>
                </a:solidFill>
              </a:defRPr>
            </a:lvl6pPr>
            <a:lvl7pPr indent="-330200" lvl="6" marL="3200400">
              <a:spcBef>
                <a:spcPts val="0"/>
              </a:spcBef>
              <a:spcAft>
                <a:spcPts val="0"/>
              </a:spcAft>
              <a:buClr>
                <a:schemeClr val="dk1"/>
              </a:buClr>
              <a:buSzPts val="1600"/>
              <a:buChar char="●"/>
              <a:defRPr>
                <a:solidFill>
                  <a:schemeClr val="dk1"/>
                </a:solidFill>
              </a:defRPr>
            </a:lvl7pPr>
            <a:lvl8pPr indent="-330200" lvl="7" marL="3657600">
              <a:spcBef>
                <a:spcPts val="0"/>
              </a:spcBef>
              <a:spcAft>
                <a:spcPts val="0"/>
              </a:spcAft>
              <a:buClr>
                <a:schemeClr val="dk1"/>
              </a:buClr>
              <a:buSzPts val="1600"/>
              <a:buChar char="○"/>
              <a:defRPr>
                <a:solidFill>
                  <a:schemeClr val="dk1"/>
                </a:solidFill>
              </a:defRPr>
            </a:lvl8pPr>
            <a:lvl9pPr indent="-330200" lvl="8" marL="4114800">
              <a:spcBef>
                <a:spcPts val="0"/>
              </a:spcBef>
              <a:spcAft>
                <a:spcPts val="0"/>
              </a:spcAft>
              <a:buClr>
                <a:schemeClr val="dk1"/>
              </a:buClr>
              <a:buSzPts val="1600"/>
              <a:buChar char="■"/>
              <a:defRPr>
                <a:solidFill>
                  <a:schemeClr val="dk1"/>
                </a:solidFill>
              </a:defRPr>
            </a:lvl9pPr>
          </a:lstStyle>
          <a:p/>
        </p:txBody>
      </p:sp>
      <p:sp>
        <p:nvSpPr>
          <p:cNvPr id="555" name="Google Shape;555;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
    <p:spTree>
      <p:nvGrpSpPr>
        <p:cNvPr id="556" name="Shape 556"/>
        <p:cNvGrpSpPr/>
        <p:nvPr/>
      </p:nvGrpSpPr>
      <p:grpSpPr>
        <a:xfrm>
          <a:off x="0" y="0"/>
          <a:ext cx="0" cy="0"/>
          <a:chOff x="0" y="0"/>
          <a:chExt cx="0" cy="0"/>
        </a:xfrm>
      </p:grpSpPr>
      <p:sp>
        <p:nvSpPr>
          <p:cNvPr id="557" name="Google Shape;557;p5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58" name="Google Shape;558;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theme" Target="../theme/theme2.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1075" y="438900"/>
            <a:ext cx="7698600" cy="572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Kulim Park"/>
              <a:buNone/>
              <a:defRPr sz="2800">
                <a:solidFill>
                  <a:schemeClr val="dk1"/>
                </a:solidFill>
                <a:latin typeface="Kulim Park"/>
                <a:ea typeface="Kulim Park"/>
                <a:cs typeface="Kulim Park"/>
                <a:sym typeface="Kulim Park"/>
              </a:defRPr>
            </a:lvl1pPr>
            <a:lvl2pPr lvl="1"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2pPr>
            <a:lvl3pPr lvl="2"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3pPr>
            <a:lvl4pPr lvl="3"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4pPr>
            <a:lvl5pPr lvl="4"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5pPr>
            <a:lvl6pPr lvl="5"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6pPr>
            <a:lvl7pPr lvl="6"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7pPr>
            <a:lvl8pPr lvl="7"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8pPr>
            <a:lvl9pPr lvl="8"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9pPr>
          </a:lstStyle>
          <a:p/>
        </p:txBody>
      </p:sp>
      <p:sp>
        <p:nvSpPr>
          <p:cNvPr id="7" name="Google Shape;7;p1"/>
          <p:cNvSpPr txBox="1"/>
          <p:nvPr>
            <p:ph idx="1" type="body"/>
          </p:nvPr>
        </p:nvSpPr>
        <p:spPr>
          <a:xfrm>
            <a:off x="721075" y="1351868"/>
            <a:ext cx="7701900" cy="32475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1pPr>
            <a:lvl2pPr indent="-330200" lvl="1" marL="9144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2pPr>
            <a:lvl3pPr indent="-330200" lvl="2" marL="13716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3pPr>
            <a:lvl4pPr indent="-330200" lvl="3" marL="18288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4pPr>
            <a:lvl5pPr indent="-330200" lvl="4" marL="22860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5pPr>
            <a:lvl6pPr indent="-330200" lvl="5" marL="2743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6pPr>
            <a:lvl7pPr indent="-330200" lvl="6" marL="32004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7pPr>
            <a:lvl8pPr indent="-330200" lvl="7" marL="36576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8pPr>
            <a:lvl9pPr indent="-330200" lvl="8" marL="41148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6"/>
          <p:cNvSpPr txBox="1"/>
          <p:nvPr>
            <p:ph type="ctrTitle"/>
          </p:nvPr>
        </p:nvSpPr>
        <p:spPr>
          <a:xfrm>
            <a:off x="297000" y="891450"/>
            <a:ext cx="8550000" cy="205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7400"/>
              <a:t>Camera Traffic Counts: Modeling</a:t>
            </a:r>
            <a:r>
              <a:rPr lang="en" sz="6200"/>
              <a:t> </a:t>
            </a:r>
            <a:endParaRPr sz="6200"/>
          </a:p>
        </p:txBody>
      </p:sp>
      <p:sp>
        <p:nvSpPr>
          <p:cNvPr id="564" name="Google Shape;564;p56"/>
          <p:cNvSpPr txBox="1"/>
          <p:nvPr>
            <p:ph idx="1" type="subTitle"/>
          </p:nvPr>
        </p:nvSpPr>
        <p:spPr>
          <a:xfrm>
            <a:off x="1962550" y="3100575"/>
            <a:ext cx="5218500" cy="548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By: John Trelford, Lucas Chiang, Travis Welsh, Brian Pham, and Ritesh Penumatsa</a:t>
            </a:r>
            <a:endParaRPr/>
          </a:p>
          <a:p>
            <a:pPr indent="0" lvl="0" marL="0" rtl="0" algn="ctr">
              <a:spcBef>
                <a:spcPts val="0"/>
              </a:spcBef>
              <a:spcAft>
                <a:spcPts val="0"/>
              </a:spcAft>
              <a:buNone/>
            </a:pPr>
            <a:r>
              <a:rPr lang="en"/>
              <a:t>(Group 11)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68" name="Shape 568"/>
        <p:cNvGrpSpPr/>
        <p:nvPr/>
      </p:nvGrpSpPr>
      <p:grpSpPr>
        <a:xfrm>
          <a:off x="0" y="0"/>
          <a:ext cx="0" cy="0"/>
          <a:chOff x="0" y="0"/>
          <a:chExt cx="0" cy="0"/>
        </a:xfrm>
      </p:grpSpPr>
      <p:sp>
        <p:nvSpPr>
          <p:cNvPr id="569" name="Google Shape;569;p57"/>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Dataset Overview</a:t>
            </a:r>
            <a:endParaRPr/>
          </a:p>
        </p:txBody>
      </p:sp>
      <p:sp>
        <p:nvSpPr>
          <p:cNvPr id="570" name="Google Shape;570;p57"/>
          <p:cNvSpPr txBox="1"/>
          <p:nvPr>
            <p:ph idx="1" type="body"/>
          </p:nvPr>
        </p:nvSpPr>
        <p:spPr>
          <a:xfrm>
            <a:off x="311700" y="1152475"/>
            <a:ext cx="5625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Camera Traffic Counts: 	</a:t>
            </a:r>
            <a:endParaRPr sz="1800"/>
          </a:p>
          <a:p>
            <a:pPr indent="-342900" lvl="0" marL="457200" rtl="0" algn="l">
              <a:spcBef>
                <a:spcPts val="0"/>
              </a:spcBef>
              <a:spcAft>
                <a:spcPts val="0"/>
              </a:spcAft>
              <a:buSzPts val="1800"/>
              <a:buChar char="●"/>
            </a:pPr>
            <a:r>
              <a:rPr lang="en" sz="1800"/>
              <a:t>15-minute interval traffic by intersection in Austin</a:t>
            </a:r>
            <a:endParaRPr sz="1800"/>
          </a:p>
          <a:p>
            <a:pPr indent="-342900" lvl="0" marL="457200" rtl="0" algn="l">
              <a:spcBef>
                <a:spcPts val="0"/>
              </a:spcBef>
              <a:spcAft>
                <a:spcPts val="0"/>
              </a:spcAft>
              <a:buSzPts val="1800"/>
              <a:buChar char="●"/>
            </a:pPr>
            <a:r>
              <a:rPr lang="en" sz="1800"/>
              <a:t>Collected by GRIDSMART optical traffic detectors</a:t>
            </a:r>
            <a:endParaRPr sz="1800"/>
          </a:p>
          <a:p>
            <a:pPr indent="0" lvl="0" marL="0" rtl="0" algn="l">
              <a:spcBef>
                <a:spcPts val="0"/>
              </a:spcBef>
              <a:spcAft>
                <a:spcPts val="0"/>
              </a:spcAft>
              <a:buNone/>
            </a:pPr>
            <a:r>
              <a:t/>
            </a:r>
            <a:endParaRPr sz="1800"/>
          </a:p>
        </p:txBody>
      </p:sp>
      <p:pic>
        <p:nvPicPr>
          <p:cNvPr id="571" name="Google Shape;571;p57"/>
          <p:cNvPicPr preferRelativeResize="0"/>
          <p:nvPr/>
        </p:nvPicPr>
        <p:blipFill>
          <a:blip r:embed="rId3">
            <a:alphaModFix/>
          </a:blip>
          <a:stretch>
            <a:fillRect/>
          </a:stretch>
        </p:blipFill>
        <p:spPr>
          <a:xfrm>
            <a:off x="6292924" y="1162345"/>
            <a:ext cx="2439353" cy="1632476"/>
          </a:xfrm>
          <a:prstGeom prst="rect">
            <a:avLst/>
          </a:prstGeom>
          <a:noFill/>
          <a:ln>
            <a:noFill/>
          </a:ln>
        </p:spPr>
      </p:pic>
      <p:sp>
        <p:nvSpPr>
          <p:cNvPr id="572" name="Google Shape;572;p57"/>
          <p:cNvSpPr txBox="1"/>
          <p:nvPr/>
        </p:nvSpPr>
        <p:spPr>
          <a:xfrm>
            <a:off x="6192900" y="3250475"/>
            <a:ext cx="26394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latin typeface="Manrope"/>
                <a:ea typeface="Manrope"/>
                <a:cs typeface="Manrope"/>
                <a:sym typeface="Manrope"/>
              </a:rPr>
              <a:t>AC3 Camera (traffic detector)</a:t>
            </a:r>
            <a:endParaRPr i="1">
              <a:latin typeface="Manrope"/>
              <a:ea typeface="Manrope"/>
              <a:cs typeface="Manrope"/>
              <a:sym typeface="Manrope"/>
            </a:endParaRPr>
          </a:p>
        </p:txBody>
      </p:sp>
      <p:pic>
        <p:nvPicPr>
          <p:cNvPr id="573" name="Google Shape;573;p57"/>
          <p:cNvPicPr preferRelativeResize="0"/>
          <p:nvPr/>
        </p:nvPicPr>
        <p:blipFill>
          <a:blip r:embed="rId4">
            <a:alphaModFix/>
          </a:blip>
          <a:stretch>
            <a:fillRect/>
          </a:stretch>
        </p:blipFill>
        <p:spPr>
          <a:xfrm>
            <a:off x="5936999" y="3138720"/>
            <a:ext cx="2902200" cy="1632477"/>
          </a:xfrm>
          <a:prstGeom prst="rect">
            <a:avLst/>
          </a:prstGeom>
          <a:noFill/>
          <a:ln>
            <a:noFill/>
          </a:ln>
        </p:spPr>
      </p:pic>
      <p:sp>
        <p:nvSpPr>
          <p:cNvPr id="574" name="Google Shape;574;p57"/>
          <p:cNvSpPr/>
          <p:nvPr/>
        </p:nvSpPr>
        <p:spPr>
          <a:xfrm>
            <a:off x="6770075" y="3802675"/>
            <a:ext cx="351600" cy="3444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rope"/>
              <a:ea typeface="Manrope"/>
              <a:cs typeface="Manrope"/>
              <a:sym typeface="Manrope"/>
            </a:endParaRPr>
          </a:p>
        </p:txBody>
      </p:sp>
      <p:cxnSp>
        <p:nvCxnSpPr>
          <p:cNvPr id="575" name="Google Shape;575;p57"/>
          <p:cNvCxnSpPr>
            <a:stCxn id="574" idx="7"/>
            <a:endCxn id="571" idx="2"/>
          </p:cNvCxnSpPr>
          <p:nvPr/>
        </p:nvCxnSpPr>
        <p:spPr>
          <a:xfrm flipH="1" rot="10800000">
            <a:off x="7070184" y="2794711"/>
            <a:ext cx="442500" cy="1058400"/>
          </a:xfrm>
          <a:prstGeom prst="straightConnector1">
            <a:avLst/>
          </a:prstGeom>
          <a:noFill/>
          <a:ln cap="flat" cmpd="sng" w="38100">
            <a:solidFill>
              <a:srgbClr val="FF0000"/>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8"/>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Subsetted Data</a:t>
            </a:r>
            <a:endParaRPr/>
          </a:p>
        </p:txBody>
      </p:sp>
      <p:sp>
        <p:nvSpPr>
          <p:cNvPr id="581" name="Google Shape;581;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How? </a:t>
            </a:r>
            <a:endParaRPr b="1" sz="2000"/>
          </a:p>
          <a:p>
            <a:pPr indent="-342900" lvl="0" marL="457200" rtl="0" algn="l">
              <a:spcBef>
                <a:spcPts val="0"/>
              </a:spcBef>
              <a:spcAft>
                <a:spcPts val="0"/>
              </a:spcAft>
              <a:buSzPts val="1800"/>
              <a:buChar char="●"/>
            </a:pPr>
            <a:r>
              <a:rPr lang="en" sz="1800"/>
              <a:t>Filter to only rows where year = 2019</a:t>
            </a:r>
            <a:endParaRPr sz="1800"/>
          </a:p>
          <a:p>
            <a:pPr indent="-342900" lvl="0" marL="457200" rtl="0" algn="l">
              <a:spcBef>
                <a:spcPts val="0"/>
              </a:spcBef>
              <a:spcAft>
                <a:spcPts val="0"/>
              </a:spcAft>
              <a:buSzPts val="1800"/>
              <a:buChar char="●"/>
            </a:pPr>
            <a:r>
              <a:rPr lang="en" sz="2000">
                <a:solidFill>
                  <a:srgbClr val="000000"/>
                </a:solidFill>
              </a:rPr>
              <a:t>14,717,624 rows in dataset where year = 2019</a:t>
            </a:r>
            <a:endParaRPr sz="1800"/>
          </a:p>
          <a:p>
            <a:pPr indent="0" lvl="0" marL="0" rtl="0" algn="l">
              <a:spcBef>
                <a:spcPts val="0"/>
              </a:spcBef>
              <a:spcAft>
                <a:spcPts val="0"/>
              </a:spcAft>
              <a:buNone/>
            </a:pPr>
            <a:r>
              <a:t/>
            </a:r>
            <a:endParaRPr/>
          </a:p>
          <a:p>
            <a:pPr indent="0" lvl="0" marL="0" rtl="0" algn="l">
              <a:spcBef>
                <a:spcPts val="0"/>
              </a:spcBef>
              <a:spcAft>
                <a:spcPts val="0"/>
              </a:spcAft>
              <a:buNone/>
            </a:pPr>
            <a:r>
              <a:rPr b="1" lang="en" sz="2000"/>
              <a:t>Why? </a:t>
            </a:r>
            <a:endParaRPr b="1" sz="2000"/>
          </a:p>
          <a:p>
            <a:pPr indent="-342900" lvl="0" marL="457200" rtl="0" algn="l">
              <a:spcBef>
                <a:spcPts val="0"/>
              </a:spcBef>
              <a:spcAft>
                <a:spcPts val="0"/>
              </a:spcAft>
              <a:buSzPts val="1800"/>
              <a:buChar char="●"/>
            </a:pPr>
            <a:r>
              <a:rPr lang="en" sz="1800"/>
              <a:t>Prevents interference from the COVID-19 pandemic period</a:t>
            </a:r>
            <a:endParaRPr sz="1800"/>
          </a:p>
          <a:p>
            <a:pPr indent="-342900" lvl="0" marL="457200" rtl="0" algn="l">
              <a:spcBef>
                <a:spcPts val="0"/>
              </a:spcBef>
              <a:spcAft>
                <a:spcPts val="0"/>
              </a:spcAft>
              <a:buSzPts val="1800"/>
              <a:buChar char="●"/>
            </a:pPr>
            <a:r>
              <a:rPr lang="en" sz="1800"/>
              <a:t>The full Camera Traffic Counts dataset was 82.1 million rows</a:t>
            </a:r>
            <a:endParaRPr sz="1800"/>
          </a:p>
          <a:p>
            <a:pPr indent="-342900" lvl="1" marL="914400" rtl="0" algn="l">
              <a:spcBef>
                <a:spcPts val="0"/>
              </a:spcBef>
              <a:spcAft>
                <a:spcPts val="0"/>
              </a:spcAft>
              <a:buSzPts val="1800"/>
              <a:buChar char="○"/>
            </a:pPr>
            <a:r>
              <a:rPr lang="en" sz="1800"/>
              <a:t>Overwhelms RAM</a:t>
            </a:r>
            <a:endParaRPr sz="1800"/>
          </a:p>
          <a:p>
            <a:pPr indent="-342900" lvl="1" marL="914400" rtl="0" algn="l">
              <a:spcBef>
                <a:spcPts val="0"/>
              </a:spcBef>
              <a:spcAft>
                <a:spcPts val="0"/>
              </a:spcAft>
              <a:buSzPts val="1800"/>
              <a:buChar char="○"/>
            </a:pPr>
            <a:r>
              <a:rPr lang="en" sz="1800"/>
              <a:t>Computationally Intensive</a:t>
            </a:r>
            <a:endParaRPr sz="1800"/>
          </a:p>
          <a:p>
            <a:pPr indent="0" lvl="0" marL="0" rtl="0" algn="l">
              <a:spcBef>
                <a:spcPts val="0"/>
              </a:spcBef>
              <a:spcAft>
                <a:spcPts val="0"/>
              </a:spcAft>
              <a:buNone/>
            </a:pPr>
            <a:r>
              <a:t/>
            </a:r>
            <a:endParaRPr sz="2000"/>
          </a:p>
          <a:p>
            <a:pPr indent="0" lvl="0" marL="0" rtl="0" algn="l">
              <a:spcBef>
                <a:spcPts val="0"/>
              </a:spcBef>
              <a:spcAft>
                <a:spcPts val="0"/>
              </a:spcAft>
              <a:buNone/>
            </a:pPr>
            <a:r>
              <a:rPr lang="en" sz="2000"/>
              <a:t>Shape - (Rows, Columns): (</a:t>
            </a:r>
            <a:r>
              <a:rPr lang="en" sz="2000">
                <a:solidFill>
                  <a:srgbClr val="000000"/>
                </a:solidFill>
              </a:rPr>
              <a:t>14717624</a:t>
            </a:r>
            <a:r>
              <a:rPr lang="en" sz="2000"/>
              <a:t>, 19)</a:t>
            </a:r>
            <a:endParaRPr sz="2000"/>
          </a:p>
          <a:p>
            <a:pPr indent="0" lvl="0" marL="45720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9"/>
          <p:cNvSpPr txBox="1"/>
          <p:nvPr>
            <p:ph type="title"/>
          </p:nvPr>
        </p:nvSpPr>
        <p:spPr>
          <a:xfrm>
            <a:off x="1480850" y="1301800"/>
            <a:ext cx="6407100" cy="253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600"/>
              <a:t>Predictive </a:t>
            </a:r>
            <a:r>
              <a:rPr b="1" lang="en" sz="3600"/>
              <a:t>Problem 1</a:t>
            </a:r>
            <a:r>
              <a:rPr lang="en" sz="3600"/>
              <a:t>: Predicting expected volume of vehicles given day of the week and time</a:t>
            </a:r>
            <a:endParaRPr sz="3600"/>
          </a:p>
          <a:p>
            <a:pPr indent="0" lvl="0" marL="0" rtl="0" algn="ctr">
              <a:spcBef>
                <a:spcPts val="0"/>
              </a:spcBef>
              <a:spcAft>
                <a:spcPts val="0"/>
              </a:spcAft>
              <a:buNone/>
            </a:pPr>
            <a:r>
              <a:t/>
            </a:r>
            <a:endParaRPr sz="3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0"/>
          <p:cNvSpPr txBox="1"/>
          <p:nvPr>
            <p:ph type="title"/>
          </p:nvPr>
        </p:nvSpPr>
        <p:spPr>
          <a:xfrm>
            <a:off x="720000" y="437700"/>
            <a:ext cx="77028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Problem Setup</a:t>
            </a:r>
            <a:endParaRPr/>
          </a:p>
        </p:txBody>
      </p:sp>
      <p:sp>
        <p:nvSpPr>
          <p:cNvPr id="592" name="Google Shape;592;p60"/>
          <p:cNvSpPr txBox="1"/>
          <p:nvPr>
            <p:ph idx="1" type="body"/>
          </p:nvPr>
        </p:nvSpPr>
        <p:spPr>
          <a:xfrm>
            <a:off x="720000" y="1095450"/>
            <a:ext cx="7702800" cy="36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50"/>
              <a:t>Input Variables: Day of Week, Time</a:t>
            </a:r>
            <a:endParaRPr sz="1950"/>
          </a:p>
          <a:p>
            <a:pPr indent="0" lvl="0" marL="0" rtl="0" algn="l">
              <a:spcBef>
                <a:spcPts val="0"/>
              </a:spcBef>
              <a:spcAft>
                <a:spcPts val="0"/>
              </a:spcAft>
              <a:buNone/>
            </a:pPr>
            <a:r>
              <a:rPr lang="en" sz="1950"/>
              <a:t>Target Variable: Volume</a:t>
            </a:r>
            <a:endParaRPr sz="1950"/>
          </a:p>
          <a:p>
            <a:pPr indent="-352425" lvl="0" marL="457200" rtl="0" algn="l">
              <a:spcBef>
                <a:spcPts val="0"/>
              </a:spcBef>
              <a:spcAft>
                <a:spcPts val="0"/>
              </a:spcAft>
              <a:buSzPts val="1950"/>
              <a:buChar char="●"/>
            </a:pPr>
            <a:r>
              <a:rPr lang="en" sz="1950"/>
              <a:t>Real-valued outcome </a:t>
            </a:r>
            <a:endParaRPr sz="1950"/>
          </a:p>
          <a:p>
            <a:pPr indent="0" lvl="0" marL="0" rtl="0" algn="l">
              <a:spcBef>
                <a:spcPts val="0"/>
              </a:spcBef>
              <a:spcAft>
                <a:spcPts val="0"/>
              </a:spcAft>
              <a:buNone/>
            </a:pPr>
            <a:r>
              <a:t/>
            </a:r>
            <a:endParaRPr sz="1950"/>
          </a:p>
          <a:p>
            <a:pPr indent="0" lvl="0" marL="0" rtl="0" algn="l">
              <a:spcBef>
                <a:spcPts val="0"/>
              </a:spcBef>
              <a:spcAft>
                <a:spcPts val="0"/>
              </a:spcAft>
              <a:buNone/>
            </a:pPr>
            <a:r>
              <a:rPr lang="en" sz="1950"/>
              <a:t>Justification of Feature Set: </a:t>
            </a:r>
            <a:endParaRPr sz="1950"/>
          </a:p>
          <a:p>
            <a:pPr indent="-352425" lvl="0" marL="457200" rtl="0" algn="l">
              <a:spcBef>
                <a:spcPts val="0"/>
              </a:spcBef>
              <a:spcAft>
                <a:spcPts val="0"/>
              </a:spcAft>
              <a:buSzPts val="1950"/>
              <a:buChar char="●"/>
            </a:pPr>
            <a:r>
              <a:rPr lang="en" sz="1950"/>
              <a:t>Data is available for every observation</a:t>
            </a:r>
            <a:endParaRPr sz="1950"/>
          </a:p>
          <a:p>
            <a:pPr indent="-352425" lvl="0" marL="457200" rtl="0" algn="l">
              <a:spcBef>
                <a:spcPts val="0"/>
              </a:spcBef>
              <a:spcAft>
                <a:spcPts val="0"/>
              </a:spcAft>
              <a:buSzPts val="1950"/>
              <a:buChar char="●"/>
            </a:pPr>
            <a:r>
              <a:rPr lang="en" sz="1950"/>
              <a:t>No leakage - predictors come before the prediction</a:t>
            </a:r>
            <a:endParaRPr sz="1950"/>
          </a:p>
          <a:p>
            <a:pPr indent="-352425" lvl="0" marL="457200" rtl="0" algn="l">
              <a:spcBef>
                <a:spcPts val="0"/>
              </a:spcBef>
              <a:spcAft>
                <a:spcPts val="0"/>
              </a:spcAft>
              <a:buSzPts val="1950"/>
              <a:buChar char="●"/>
            </a:pPr>
            <a:r>
              <a:rPr lang="en" sz="1950"/>
              <a:t>Expected signal - volume follows time-based patterns</a:t>
            </a:r>
            <a:endParaRPr sz="1950"/>
          </a:p>
          <a:p>
            <a:pPr indent="-352425" lvl="0" marL="457200" rtl="0" algn="l">
              <a:spcBef>
                <a:spcPts val="0"/>
              </a:spcBef>
              <a:spcAft>
                <a:spcPts val="0"/>
              </a:spcAft>
              <a:buSzPts val="1950"/>
              <a:buChar char="●"/>
            </a:pPr>
            <a:r>
              <a:rPr lang="en" sz="1950"/>
              <a:t>Day of the week was one-hot encoded to properly weight the categorical variable (day of the week).</a:t>
            </a:r>
            <a:endParaRPr sz="1950"/>
          </a:p>
          <a:p>
            <a:pPr indent="0" lvl="0" marL="0" rtl="0" algn="l">
              <a:spcBef>
                <a:spcPts val="0"/>
              </a:spcBef>
              <a:spcAft>
                <a:spcPts val="0"/>
              </a:spcAft>
              <a:buNone/>
            </a:pPr>
            <a:r>
              <a:t/>
            </a:r>
            <a:endParaRPr sz="1950"/>
          </a:p>
          <a:p>
            <a:pPr indent="0" lvl="0" marL="0" rtl="0" algn="l">
              <a:spcBef>
                <a:spcPts val="0"/>
              </a:spcBef>
              <a:spcAft>
                <a:spcPts val="0"/>
              </a:spcAft>
              <a:buNone/>
            </a:pPr>
            <a:r>
              <a:t/>
            </a:r>
            <a:endParaRPr sz="195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61"/>
          <p:cNvSpPr txBox="1"/>
          <p:nvPr>
            <p:ph type="title"/>
          </p:nvPr>
        </p:nvSpPr>
        <p:spPr>
          <a:xfrm>
            <a:off x="720000" y="437700"/>
            <a:ext cx="77028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Choice of Model Class and Justification</a:t>
            </a:r>
            <a:endParaRPr/>
          </a:p>
        </p:txBody>
      </p:sp>
      <p:sp>
        <p:nvSpPr>
          <p:cNvPr id="598" name="Google Shape;598;p61"/>
          <p:cNvSpPr txBox="1"/>
          <p:nvPr>
            <p:ph idx="1" type="body"/>
          </p:nvPr>
        </p:nvSpPr>
        <p:spPr>
          <a:xfrm>
            <a:off x="720000" y="1095450"/>
            <a:ext cx="7702800" cy="36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50"/>
              <a:t>Model Class 1: Linear Regression</a:t>
            </a:r>
            <a:endParaRPr sz="1650"/>
          </a:p>
          <a:p>
            <a:pPr indent="-333375" lvl="0" marL="457200" rtl="0" algn="l">
              <a:spcBef>
                <a:spcPts val="0"/>
              </a:spcBef>
              <a:spcAft>
                <a:spcPts val="0"/>
              </a:spcAft>
              <a:buSzPts val="1650"/>
              <a:buChar char="●"/>
            </a:pPr>
            <a:r>
              <a:rPr lang="en" sz="1650"/>
              <a:t>Appropriate for temporal data with smoothly changing trends</a:t>
            </a:r>
            <a:endParaRPr sz="1650"/>
          </a:p>
          <a:p>
            <a:pPr indent="-333375" lvl="0" marL="457200" rtl="0" algn="l">
              <a:spcBef>
                <a:spcPts val="0"/>
              </a:spcBef>
              <a:spcAft>
                <a:spcPts val="0"/>
              </a:spcAft>
              <a:buSzPts val="1650"/>
              <a:buChar char="●"/>
            </a:pPr>
            <a:r>
              <a:rPr lang="en" sz="1650"/>
              <a:t>Easy to interpret the coefficients</a:t>
            </a:r>
            <a:endParaRPr sz="1650"/>
          </a:p>
          <a:p>
            <a:pPr indent="-333375" lvl="0" marL="457200" rtl="0" algn="l">
              <a:spcBef>
                <a:spcPts val="0"/>
              </a:spcBef>
              <a:spcAft>
                <a:spcPts val="0"/>
              </a:spcAft>
              <a:buSzPts val="1650"/>
              <a:buChar char="●"/>
            </a:pPr>
            <a:r>
              <a:rPr lang="en" sz="1650"/>
              <a:t>Low variance</a:t>
            </a:r>
            <a:endParaRPr sz="1650"/>
          </a:p>
          <a:p>
            <a:pPr indent="-333375" lvl="0" marL="457200" rtl="0" algn="l">
              <a:spcBef>
                <a:spcPts val="0"/>
              </a:spcBef>
              <a:spcAft>
                <a:spcPts val="0"/>
              </a:spcAft>
              <a:buSzPts val="1650"/>
              <a:buChar char="●"/>
            </a:pPr>
            <a:r>
              <a:rPr lang="en" sz="1650"/>
              <a:t>Low computational cost</a:t>
            </a:r>
            <a:endParaRPr sz="1650"/>
          </a:p>
          <a:p>
            <a:pPr indent="-333375" lvl="0" marL="457200" rtl="0" algn="l">
              <a:spcBef>
                <a:spcPts val="0"/>
              </a:spcBef>
              <a:spcAft>
                <a:spcPts val="0"/>
              </a:spcAft>
              <a:buSzPts val="1650"/>
              <a:buChar char="●"/>
            </a:pPr>
            <a:r>
              <a:rPr lang="en" sz="1650"/>
              <a:t>Avoids overfitting (few features yet millions of samples)</a:t>
            </a:r>
            <a:endParaRPr sz="1650"/>
          </a:p>
          <a:p>
            <a:pPr indent="0" lvl="0" marL="0" rtl="0" algn="l">
              <a:spcBef>
                <a:spcPts val="0"/>
              </a:spcBef>
              <a:spcAft>
                <a:spcPts val="0"/>
              </a:spcAft>
              <a:buNone/>
            </a:pPr>
            <a:r>
              <a:t/>
            </a:r>
            <a:endParaRPr sz="1650"/>
          </a:p>
          <a:p>
            <a:pPr indent="0" lvl="0" marL="0" rtl="0" algn="l">
              <a:spcBef>
                <a:spcPts val="0"/>
              </a:spcBef>
              <a:spcAft>
                <a:spcPts val="0"/>
              </a:spcAft>
              <a:buNone/>
            </a:pPr>
            <a:r>
              <a:rPr lang="en" sz="1650"/>
              <a:t>Model Class 2: Random Forest</a:t>
            </a:r>
            <a:endParaRPr sz="1650"/>
          </a:p>
          <a:p>
            <a:pPr indent="-333375" lvl="0" marL="457200" rtl="0" algn="l">
              <a:spcBef>
                <a:spcPts val="0"/>
              </a:spcBef>
              <a:spcAft>
                <a:spcPts val="0"/>
              </a:spcAft>
              <a:buSzPts val="1650"/>
              <a:buChar char="●"/>
            </a:pPr>
            <a:r>
              <a:rPr lang="en" sz="1650"/>
              <a:t>Able to model complex relationships between variables</a:t>
            </a:r>
            <a:endParaRPr sz="1650"/>
          </a:p>
          <a:p>
            <a:pPr indent="-333375" lvl="0" marL="457200" rtl="0" algn="l">
              <a:spcBef>
                <a:spcPts val="0"/>
              </a:spcBef>
              <a:spcAft>
                <a:spcPts val="0"/>
              </a:spcAft>
              <a:buSzPts val="1650"/>
              <a:buChar char="●"/>
            </a:pPr>
            <a:r>
              <a:rPr lang="en" sz="1650"/>
              <a:t>More resistant to outliers in the data</a:t>
            </a:r>
            <a:endParaRPr sz="165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2"/>
          <p:cNvSpPr txBox="1"/>
          <p:nvPr>
            <p:ph type="title"/>
          </p:nvPr>
        </p:nvSpPr>
        <p:spPr>
          <a:xfrm>
            <a:off x="720000" y="437700"/>
            <a:ext cx="77028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Evaluation and validation procedure </a:t>
            </a:r>
            <a:endParaRPr/>
          </a:p>
        </p:txBody>
      </p:sp>
      <p:sp>
        <p:nvSpPr>
          <p:cNvPr id="604" name="Google Shape;604;p62"/>
          <p:cNvSpPr txBox="1"/>
          <p:nvPr>
            <p:ph idx="1" type="body"/>
          </p:nvPr>
        </p:nvSpPr>
        <p:spPr>
          <a:xfrm>
            <a:off x="720000" y="1095450"/>
            <a:ext cx="7702800" cy="36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How we split the dataset?: </a:t>
            </a:r>
            <a:endParaRPr sz="1700"/>
          </a:p>
          <a:p>
            <a:pPr indent="-336550" lvl="0" marL="457200" rtl="0" algn="l">
              <a:spcBef>
                <a:spcPts val="0"/>
              </a:spcBef>
              <a:spcAft>
                <a:spcPts val="0"/>
              </a:spcAft>
              <a:buSzPts val="1700"/>
              <a:buChar char="●"/>
            </a:pPr>
            <a:r>
              <a:rPr lang="en" sz="1700"/>
              <a:t>Training set: January-October</a:t>
            </a:r>
            <a:endParaRPr sz="1700"/>
          </a:p>
          <a:p>
            <a:pPr indent="-336550" lvl="0" marL="457200" rtl="0" algn="l">
              <a:spcBef>
                <a:spcPts val="0"/>
              </a:spcBef>
              <a:spcAft>
                <a:spcPts val="0"/>
              </a:spcAft>
              <a:buSzPts val="1700"/>
              <a:buChar char="●"/>
            </a:pPr>
            <a:r>
              <a:rPr lang="en" sz="1700"/>
              <a:t>Testing set: November-December</a:t>
            </a:r>
            <a:endParaRPr sz="1700"/>
          </a:p>
          <a:p>
            <a:pPr indent="-336550" lvl="0" marL="457200" rtl="0" algn="l">
              <a:spcBef>
                <a:spcPts val="0"/>
              </a:spcBef>
              <a:spcAft>
                <a:spcPts val="0"/>
              </a:spcAft>
              <a:buSzPts val="1700"/>
              <a:buChar char="●"/>
            </a:pPr>
            <a:r>
              <a:rPr lang="en" sz="1700"/>
              <a:t>Avoids temporal leakage, so only past data predicts future observations</a:t>
            </a:r>
            <a:endParaRPr sz="1700"/>
          </a:p>
          <a:p>
            <a:pPr indent="-336550" lvl="1" marL="914400" rtl="0" algn="l">
              <a:spcBef>
                <a:spcPts val="0"/>
              </a:spcBef>
              <a:spcAft>
                <a:spcPts val="0"/>
              </a:spcAft>
              <a:buSzPts val="1700"/>
              <a:buChar char="○"/>
            </a:pPr>
            <a:r>
              <a:rPr lang="en" sz="1700"/>
              <a:t>Ensures </a:t>
            </a:r>
            <a:r>
              <a:rPr lang="en" sz="1700"/>
              <a:t>an unbiased estimate of generalization because it s</a:t>
            </a:r>
            <a:r>
              <a:rPr lang="en" sz="1700"/>
              <a:t>imulates the real world scenario of predicting traffic volume without knowledge of the future.</a:t>
            </a:r>
            <a:endParaRPr sz="1700"/>
          </a:p>
          <a:p>
            <a:pPr indent="0" lvl="0" marL="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k-fold CV is inappropriate because it breaks the time order</a:t>
            </a:r>
            <a:endParaRPr sz="1700"/>
          </a:p>
          <a:p>
            <a:pPr indent="0" lvl="0" marL="0" rtl="0" algn="l">
              <a:spcBef>
                <a:spcPts val="0"/>
              </a:spcBef>
              <a:spcAft>
                <a:spcPts val="0"/>
              </a:spcAft>
              <a:buNone/>
            </a:pPr>
            <a:r>
              <a:rPr lang="en" sz="1700"/>
              <a:t>Justify metric choice(s) by the decision/prediction context:</a:t>
            </a:r>
            <a:endParaRPr sz="1700"/>
          </a:p>
          <a:p>
            <a:pPr indent="-336550" lvl="0" marL="457200" rtl="0" algn="l">
              <a:spcBef>
                <a:spcPts val="0"/>
              </a:spcBef>
              <a:spcAft>
                <a:spcPts val="0"/>
              </a:spcAft>
              <a:buSzPts val="1700"/>
              <a:buChar char="●"/>
            </a:pPr>
            <a:r>
              <a:rPr lang="en" sz="1700"/>
              <a:t>RMSE ensures there are no massive mispredictions</a:t>
            </a:r>
            <a:endParaRPr sz="1700"/>
          </a:p>
          <a:p>
            <a:pPr indent="-336550" lvl="0" marL="457200" rtl="0" algn="l">
              <a:spcBef>
                <a:spcPts val="0"/>
              </a:spcBef>
              <a:spcAft>
                <a:spcPts val="0"/>
              </a:spcAft>
              <a:buSzPts val="1700"/>
              <a:buChar char="●"/>
            </a:pPr>
            <a:r>
              <a:rPr lang="en" sz="1700"/>
              <a:t>R-Squared indicates how well the model captures the overall trends</a:t>
            </a:r>
            <a:endParaRPr sz="1700"/>
          </a:p>
          <a:p>
            <a:pPr indent="0" lvl="0" marL="0" rtl="0" algn="l">
              <a:spcBef>
                <a:spcPts val="0"/>
              </a:spcBef>
              <a:spcAft>
                <a:spcPts val="0"/>
              </a:spcAft>
              <a:buNone/>
            </a:pPr>
            <a:r>
              <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3"/>
          <p:cNvSpPr txBox="1"/>
          <p:nvPr>
            <p:ph type="title"/>
          </p:nvPr>
        </p:nvSpPr>
        <p:spPr>
          <a:xfrm>
            <a:off x="592350" y="437700"/>
            <a:ext cx="82137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Choice of Hyperparameters and Loss Function</a:t>
            </a:r>
            <a:endParaRPr/>
          </a:p>
        </p:txBody>
      </p:sp>
      <p:sp>
        <p:nvSpPr>
          <p:cNvPr id="610" name="Google Shape;610;p63"/>
          <p:cNvSpPr txBox="1"/>
          <p:nvPr>
            <p:ph idx="1" type="body"/>
          </p:nvPr>
        </p:nvSpPr>
        <p:spPr>
          <a:xfrm>
            <a:off x="720000" y="1095450"/>
            <a:ext cx="7702800" cy="36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Linear Regression: </a:t>
            </a:r>
            <a:endParaRPr sz="1800"/>
          </a:p>
          <a:p>
            <a:pPr indent="-342900" lvl="1" marL="914400" rtl="0" algn="l">
              <a:spcBef>
                <a:spcPts val="0"/>
              </a:spcBef>
              <a:spcAft>
                <a:spcPts val="0"/>
              </a:spcAft>
              <a:buSzPts val="1800"/>
              <a:buChar char="○"/>
            </a:pPr>
            <a:r>
              <a:rPr lang="en" sz="1800"/>
              <a:t>No tunable hyperparameters</a:t>
            </a:r>
            <a:endParaRPr sz="1800"/>
          </a:p>
          <a:p>
            <a:pPr indent="-342900" lvl="1" marL="914400" rtl="0" algn="l">
              <a:spcBef>
                <a:spcPts val="0"/>
              </a:spcBef>
              <a:spcAft>
                <a:spcPts val="0"/>
              </a:spcAft>
              <a:buSzPts val="1800"/>
              <a:buChar char="○"/>
            </a:pPr>
            <a:r>
              <a:rPr lang="en" sz="1800"/>
              <a:t>Search method: minimizing MSE</a:t>
            </a:r>
            <a:endParaRPr sz="1800"/>
          </a:p>
          <a:p>
            <a:pPr indent="-342900" lvl="2" marL="1371600" rtl="0" algn="l">
              <a:spcBef>
                <a:spcPts val="0"/>
              </a:spcBef>
              <a:spcAft>
                <a:spcPts val="0"/>
              </a:spcAft>
              <a:buSzPts val="1800"/>
              <a:buChar char="■"/>
            </a:pPr>
            <a:r>
              <a:rPr lang="en" sz="1800"/>
              <a:t>Penalizes larger errors more heavily, and we want to protect against large mispredictions</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64"/>
          <p:cNvSpPr txBox="1"/>
          <p:nvPr>
            <p:ph type="title"/>
          </p:nvPr>
        </p:nvSpPr>
        <p:spPr>
          <a:xfrm>
            <a:off x="592350" y="437700"/>
            <a:ext cx="82137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Hyperparameters and Loss Function</a:t>
            </a:r>
            <a:endParaRPr/>
          </a:p>
          <a:p>
            <a:pPr indent="0" lvl="0" marL="0" rtl="0" algn="ctr">
              <a:spcBef>
                <a:spcPts val="0"/>
              </a:spcBef>
              <a:spcAft>
                <a:spcPts val="0"/>
              </a:spcAft>
              <a:buNone/>
            </a:pPr>
            <a:r>
              <a:rPr lang="en"/>
              <a:t>f</a:t>
            </a:r>
            <a:r>
              <a:rPr lang="en"/>
              <a:t>or Random Forest</a:t>
            </a:r>
            <a:endParaRPr/>
          </a:p>
        </p:txBody>
      </p:sp>
      <p:sp>
        <p:nvSpPr>
          <p:cNvPr id="616" name="Google Shape;616;p64"/>
          <p:cNvSpPr txBox="1"/>
          <p:nvPr>
            <p:ph idx="1" type="body"/>
          </p:nvPr>
        </p:nvSpPr>
        <p:spPr>
          <a:xfrm>
            <a:off x="720000" y="1095450"/>
            <a:ext cx="7702800" cy="3610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Created a subset of 500,000 randomly selected rows</a:t>
            </a:r>
            <a:endParaRPr sz="1700"/>
          </a:p>
          <a:p>
            <a:pPr indent="-336550" lvl="0" marL="457200" rtl="0" algn="l">
              <a:spcBef>
                <a:spcPts val="0"/>
              </a:spcBef>
              <a:spcAft>
                <a:spcPts val="0"/>
              </a:spcAft>
              <a:buSzPts val="1700"/>
              <a:buChar char="●"/>
            </a:pPr>
            <a:r>
              <a:rPr lang="en" sz="1700"/>
              <a:t>Used a random search method to test 20 combinations of optimal values for n_estimators, max_depth, min_samples_leaf, and min_samples_split.</a:t>
            </a:r>
            <a:endParaRPr sz="1700"/>
          </a:p>
          <a:p>
            <a:pPr indent="-336550" lvl="0" marL="457200" rtl="0" algn="l">
              <a:spcBef>
                <a:spcPts val="0"/>
              </a:spcBef>
              <a:spcAft>
                <a:spcPts val="0"/>
              </a:spcAft>
              <a:buSzPts val="1700"/>
              <a:buChar char="●"/>
            </a:pPr>
            <a:r>
              <a:rPr lang="en" sz="1700"/>
              <a:t>This is better than a grid search because of the data set’s large size. </a:t>
            </a:r>
            <a:endParaRPr sz="1700"/>
          </a:p>
          <a:p>
            <a:pPr indent="-336550" lvl="0" marL="457200" rtl="0" algn="l">
              <a:spcBef>
                <a:spcPts val="0"/>
              </a:spcBef>
              <a:spcAft>
                <a:spcPts val="0"/>
              </a:spcAft>
              <a:buSzPts val="1700"/>
              <a:buChar char="●"/>
            </a:pPr>
            <a:r>
              <a:rPr lang="en" sz="1700"/>
              <a:t>n_estimators: 50</a:t>
            </a:r>
            <a:endParaRPr sz="1700"/>
          </a:p>
          <a:p>
            <a:pPr indent="-336550" lvl="0" marL="457200" rtl="0" algn="l">
              <a:spcBef>
                <a:spcPts val="0"/>
              </a:spcBef>
              <a:spcAft>
                <a:spcPts val="0"/>
              </a:spcAft>
              <a:buSzPts val="1700"/>
              <a:buChar char="●"/>
            </a:pPr>
            <a:r>
              <a:rPr lang="en" sz="1700"/>
              <a:t>max_depth: 9</a:t>
            </a:r>
            <a:endParaRPr sz="1700"/>
          </a:p>
          <a:p>
            <a:pPr indent="-336550" lvl="0" marL="457200" rtl="0" algn="l">
              <a:spcBef>
                <a:spcPts val="0"/>
              </a:spcBef>
              <a:spcAft>
                <a:spcPts val="0"/>
              </a:spcAft>
              <a:buSzPts val="1700"/>
              <a:buChar char="●"/>
            </a:pPr>
            <a:r>
              <a:rPr lang="en" sz="1700"/>
              <a:t>min_samples_leaf: 2</a:t>
            </a:r>
            <a:endParaRPr sz="1700"/>
          </a:p>
          <a:p>
            <a:pPr indent="-336550" lvl="0" marL="457200" rtl="0" algn="l">
              <a:spcBef>
                <a:spcPts val="0"/>
              </a:spcBef>
              <a:spcAft>
                <a:spcPts val="0"/>
              </a:spcAft>
              <a:buSzPts val="1700"/>
              <a:buChar char="●"/>
            </a:pPr>
            <a:r>
              <a:rPr lang="en" sz="1700"/>
              <a:t>min_samples_split: 5</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Random Forest </a:t>
            </a:r>
            <a:r>
              <a:rPr lang="en" sz="1700"/>
              <a:t>automatically</a:t>
            </a:r>
            <a:r>
              <a:rPr lang="en" sz="1700"/>
              <a:t> uses MSE for the loss </a:t>
            </a:r>
            <a:r>
              <a:rPr lang="en" sz="1700"/>
              <a:t>function</a:t>
            </a:r>
            <a:r>
              <a:rPr lang="en" sz="1700"/>
              <a:t>. It is a good fit because the target (volume) is a continuous variable.</a:t>
            </a:r>
            <a:endParaRPr sz="1700"/>
          </a:p>
          <a:p>
            <a:pPr indent="0" lvl="0" marL="0" rtl="0" algn="l">
              <a:spcBef>
                <a:spcPts val="0"/>
              </a:spcBef>
              <a:spcAft>
                <a:spcPts val="0"/>
              </a:spcAft>
              <a:buNone/>
            </a:pPr>
            <a:r>
              <a:rPr lang="en" sz="1700"/>
              <a:t>The MSE was found to be 3377.39.</a:t>
            </a:r>
            <a:endParaRPr sz="1700"/>
          </a:p>
        </p:txBody>
      </p:sp>
      <p:pic>
        <p:nvPicPr>
          <p:cNvPr id="617" name="Google Shape;617;p64"/>
          <p:cNvPicPr preferRelativeResize="0"/>
          <p:nvPr/>
        </p:nvPicPr>
        <p:blipFill>
          <a:blip r:embed="rId3">
            <a:alphaModFix/>
          </a:blip>
          <a:stretch>
            <a:fillRect/>
          </a:stretch>
        </p:blipFill>
        <p:spPr>
          <a:xfrm>
            <a:off x="4856000" y="2504675"/>
            <a:ext cx="3295650" cy="1143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p65"/>
          <p:cNvPicPr preferRelativeResize="0"/>
          <p:nvPr/>
        </p:nvPicPr>
        <p:blipFill>
          <a:blip r:embed="rId3">
            <a:alphaModFix/>
          </a:blip>
          <a:stretch>
            <a:fillRect/>
          </a:stretch>
        </p:blipFill>
        <p:spPr>
          <a:xfrm>
            <a:off x="1475550" y="86400"/>
            <a:ext cx="4889124" cy="2307050"/>
          </a:xfrm>
          <a:prstGeom prst="rect">
            <a:avLst/>
          </a:prstGeom>
          <a:noFill/>
          <a:ln>
            <a:noFill/>
          </a:ln>
        </p:spPr>
      </p:pic>
      <p:pic>
        <p:nvPicPr>
          <p:cNvPr id="623" name="Google Shape;623;p65"/>
          <p:cNvPicPr preferRelativeResize="0"/>
          <p:nvPr/>
        </p:nvPicPr>
        <p:blipFill>
          <a:blip r:embed="rId4">
            <a:alphaModFix/>
          </a:blip>
          <a:stretch>
            <a:fillRect/>
          </a:stretch>
        </p:blipFill>
        <p:spPr>
          <a:xfrm>
            <a:off x="2276800" y="2571748"/>
            <a:ext cx="3286625" cy="2040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6"/>
          <p:cNvSpPr txBox="1"/>
          <p:nvPr>
            <p:ph type="title"/>
          </p:nvPr>
        </p:nvSpPr>
        <p:spPr>
          <a:xfrm>
            <a:off x="720000" y="437700"/>
            <a:ext cx="77028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Evaluation and conclusion</a:t>
            </a:r>
            <a:endParaRPr/>
          </a:p>
        </p:txBody>
      </p:sp>
      <p:sp>
        <p:nvSpPr>
          <p:cNvPr id="629" name="Google Shape;629;p66"/>
          <p:cNvSpPr txBox="1"/>
          <p:nvPr>
            <p:ph idx="1" type="body"/>
          </p:nvPr>
        </p:nvSpPr>
        <p:spPr>
          <a:xfrm>
            <a:off x="720000" y="1095450"/>
            <a:ext cx="3852000" cy="36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Linear Regression: </a:t>
            </a:r>
            <a:endParaRPr sz="1700"/>
          </a:p>
          <a:p>
            <a:pPr indent="-336550" lvl="0" marL="457200" rtl="0" algn="l">
              <a:spcBef>
                <a:spcPts val="0"/>
              </a:spcBef>
              <a:spcAft>
                <a:spcPts val="0"/>
              </a:spcAft>
              <a:buSzPts val="1700"/>
              <a:buChar char="●"/>
            </a:pPr>
            <a:r>
              <a:rPr lang="en" sz="1700"/>
              <a:t>RMSE: 59.12</a:t>
            </a:r>
            <a:endParaRPr sz="1700"/>
          </a:p>
          <a:p>
            <a:pPr indent="-336550" lvl="0" marL="457200" rtl="0" algn="l">
              <a:spcBef>
                <a:spcPts val="0"/>
              </a:spcBef>
              <a:spcAft>
                <a:spcPts val="0"/>
              </a:spcAft>
              <a:buSzPts val="1700"/>
              <a:buChar char="●"/>
            </a:pPr>
            <a:r>
              <a:rPr lang="en" sz="1700"/>
              <a:t>R-Squared: 0.0013</a:t>
            </a:r>
            <a:endParaRPr sz="1700"/>
          </a:p>
          <a:p>
            <a:pPr indent="-342900" lvl="0" marL="457200" rtl="0" algn="l">
              <a:spcBef>
                <a:spcPts val="0"/>
              </a:spcBef>
              <a:spcAft>
                <a:spcPts val="0"/>
              </a:spcAft>
              <a:buSzPts val="1800"/>
              <a:buChar char="●"/>
            </a:pPr>
            <a:r>
              <a:rPr lang="en" sz="1800"/>
              <a:t>Training Time: 4.61 seconds</a:t>
            </a:r>
            <a:endParaRPr sz="1800"/>
          </a:p>
          <a:p>
            <a:pPr indent="-342900" lvl="0" marL="457200" rtl="0" algn="l">
              <a:spcBef>
                <a:spcPts val="0"/>
              </a:spcBef>
              <a:spcAft>
                <a:spcPts val="0"/>
              </a:spcAft>
              <a:buSzPts val="1800"/>
              <a:buChar char="●"/>
            </a:pPr>
            <a:r>
              <a:rPr lang="en" sz="1800"/>
              <a:t>Energy consumed: 0.000288 kWh</a:t>
            </a:r>
            <a:endParaRPr sz="1800"/>
          </a:p>
          <a:p>
            <a:pPr indent="-342900" lvl="0" marL="457200" rtl="0" algn="l">
              <a:spcBef>
                <a:spcPts val="0"/>
              </a:spcBef>
              <a:spcAft>
                <a:spcPts val="0"/>
              </a:spcAft>
              <a:buSzPts val="1800"/>
              <a:buChar char="●"/>
            </a:pPr>
            <a:r>
              <a:rPr lang="en" sz="1800"/>
              <a:t>CO2 emissions:  0.000137 kg CO2eq</a:t>
            </a:r>
            <a:endParaRPr sz="18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p:txBody>
      </p:sp>
      <p:sp>
        <p:nvSpPr>
          <p:cNvPr id="630" name="Google Shape;630;p66"/>
          <p:cNvSpPr txBox="1"/>
          <p:nvPr/>
        </p:nvSpPr>
        <p:spPr>
          <a:xfrm>
            <a:off x="4572000" y="1095600"/>
            <a:ext cx="3852000" cy="266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Manrope"/>
                <a:ea typeface="Manrope"/>
                <a:cs typeface="Manrope"/>
                <a:sym typeface="Manrope"/>
              </a:rPr>
              <a:t>Random Forest:</a:t>
            </a:r>
            <a:endParaRPr sz="1700">
              <a:solidFill>
                <a:schemeClr val="dk1"/>
              </a:solidFill>
              <a:latin typeface="Manrope"/>
              <a:ea typeface="Manrope"/>
              <a:cs typeface="Manrope"/>
              <a:sym typeface="Manrope"/>
            </a:endParaRPr>
          </a:p>
          <a:p>
            <a:pPr indent="-336550" lvl="0" marL="457200" rtl="0" algn="l">
              <a:spcBef>
                <a:spcPts val="0"/>
              </a:spcBef>
              <a:spcAft>
                <a:spcPts val="0"/>
              </a:spcAft>
              <a:buClr>
                <a:schemeClr val="dk1"/>
              </a:buClr>
              <a:buSzPts val="1700"/>
              <a:buFont typeface="Manrope"/>
              <a:buChar char="●"/>
            </a:pPr>
            <a:r>
              <a:rPr lang="en" sz="1700">
                <a:solidFill>
                  <a:schemeClr val="dk1"/>
                </a:solidFill>
                <a:latin typeface="Manrope"/>
                <a:ea typeface="Manrope"/>
                <a:cs typeface="Manrope"/>
                <a:sym typeface="Manrope"/>
              </a:rPr>
              <a:t>RMSE: 58.1373</a:t>
            </a:r>
            <a:endParaRPr sz="1700">
              <a:solidFill>
                <a:schemeClr val="dk1"/>
              </a:solidFill>
              <a:latin typeface="Manrope"/>
              <a:ea typeface="Manrope"/>
              <a:cs typeface="Manrope"/>
              <a:sym typeface="Manrope"/>
            </a:endParaRPr>
          </a:p>
          <a:p>
            <a:pPr indent="-336550" lvl="0" marL="457200" rtl="0" algn="l">
              <a:spcBef>
                <a:spcPts val="0"/>
              </a:spcBef>
              <a:spcAft>
                <a:spcPts val="0"/>
              </a:spcAft>
              <a:buClr>
                <a:schemeClr val="dk1"/>
              </a:buClr>
              <a:buSzPts val="1700"/>
              <a:buFont typeface="Manrope"/>
              <a:buChar char="●"/>
            </a:pPr>
            <a:r>
              <a:rPr lang="en" sz="1700">
                <a:solidFill>
                  <a:schemeClr val="dk1"/>
                </a:solidFill>
                <a:latin typeface="Manrope"/>
                <a:ea typeface="Manrope"/>
                <a:cs typeface="Manrope"/>
                <a:sym typeface="Manrope"/>
              </a:rPr>
              <a:t>R-Squared: 0.0344</a:t>
            </a:r>
            <a:endParaRPr sz="1700">
              <a:solidFill>
                <a:schemeClr val="dk1"/>
              </a:solidFill>
              <a:latin typeface="Manrope"/>
              <a:ea typeface="Manrope"/>
              <a:cs typeface="Manrope"/>
              <a:sym typeface="Manrope"/>
            </a:endParaRPr>
          </a:p>
          <a:p>
            <a:pPr indent="-342900" lvl="0" marL="457200" rtl="0" algn="l">
              <a:spcBef>
                <a:spcPts val="0"/>
              </a:spcBef>
              <a:spcAft>
                <a:spcPts val="0"/>
              </a:spcAft>
              <a:buClr>
                <a:schemeClr val="dk1"/>
              </a:buClr>
              <a:buSzPts val="1800"/>
              <a:buFont typeface="Manrope"/>
              <a:buChar char="●"/>
            </a:pPr>
            <a:r>
              <a:rPr lang="en" sz="1800">
                <a:solidFill>
                  <a:schemeClr val="dk1"/>
                </a:solidFill>
                <a:latin typeface="Manrope"/>
                <a:ea typeface="Manrope"/>
                <a:cs typeface="Manrope"/>
                <a:sym typeface="Manrope"/>
              </a:rPr>
              <a:t>Training Time: 8 minutes, 44.26 seconds</a:t>
            </a:r>
            <a:endParaRPr sz="1800">
              <a:solidFill>
                <a:schemeClr val="dk1"/>
              </a:solidFill>
              <a:latin typeface="Manrope"/>
              <a:ea typeface="Manrope"/>
              <a:cs typeface="Manrope"/>
              <a:sym typeface="Manrope"/>
            </a:endParaRPr>
          </a:p>
          <a:p>
            <a:pPr indent="-342900" lvl="0" marL="457200" rtl="0" algn="l">
              <a:spcBef>
                <a:spcPts val="0"/>
              </a:spcBef>
              <a:spcAft>
                <a:spcPts val="0"/>
              </a:spcAft>
              <a:buClr>
                <a:schemeClr val="dk1"/>
              </a:buClr>
              <a:buSzPts val="1800"/>
              <a:buFont typeface="Manrope"/>
              <a:buChar char="●"/>
            </a:pPr>
            <a:r>
              <a:rPr lang="en" sz="1800">
                <a:solidFill>
                  <a:schemeClr val="dk1"/>
                </a:solidFill>
                <a:latin typeface="Manrope"/>
                <a:ea typeface="Manrope"/>
                <a:cs typeface="Manrope"/>
                <a:sym typeface="Manrope"/>
              </a:rPr>
              <a:t>Energy Consumed: 0.007644 kWh</a:t>
            </a:r>
            <a:endParaRPr sz="1800">
              <a:solidFill>
                <a:schemeClr val="dk1"/>
              </a:solidFill>
              <a:latin typeface="Manrope"/>
              <a:ea typeface="Manrope"/>
              <a:cs typeface="Manrope"/>
              <a:sym typeface="Manrope"/>
            </a:endParaRPr>
          </a:p>
          <a:p>
            <a:pPr indent="-342900" lvl="0" marL="457200" rtl="0" algn="l">
              <a:spcBef>
                <a:spcPts val="0"/>
              </a:spcBef>
              <a:spcAft>
                <a:spcPts val="0"/>
              </a:spcAft>
              <a:buClr>
                <a:schemeClr val="dk1"/>
              </a:buClr>
              <a:buSzPts val="1800"/>
              <a:buFont typeface="Manrope"/>
              <a:buChar char="●"/>
            </a:pPr>
            <a:r>
              <a:rPr lang="en" sz="1800">
                <a:solidFill>
                  <a:schemeClr val="dk1"/>
                </a:solidFill>
                <a:latin typeface="Manrope"/>
                <a:ea typeface="Manrope"/>
                <a:cs typeface="Manrope"/>
                <a:sym typeface="Manrope"/>
              </a:rPr>
              <a:t>CO2 Emissions: 0.003639  kg CO2 eq</a:t>
            </a:r>
            <a:endParaRPr sz="1600">
              <a:solidFill>
                <a:schemeClr val="dk1"/>
              </a:solidFill>
              <a:latin typeface="Manrope"/>
              <a:ea typeface="Manrope"/>
              <a:cs typeface="Manrope"/>
              <a:sym typeface="Manrope"/>
            </a:endParaRPr>
          </a:p>
        </p:txBody>
      </p:sp>
      <p:sp>
        <p:nvSpPr>
          <p:cNvPr id="631" name="Google Shape;631;p66"/>
          <p:cNvSpPr txBox="1"/>
          <p:nvPr/>
        </p:nvSpPr>
        <p:spPr>
          <a:xfrm>
            <a:off x="1315200" y="3832475"/>
            <a:ext cx="6512400" cy="100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Manrope"/>
                <a:ea typeface="Manrope"/>
                <a:cs typeface="Manrope"/>
                <a:sym typeface="Manrope"/>
              </a:rPr>
              <a:t>Overall, random forest is more precise due to a larger r-squared value. However, it is significantly more computationally intensive than linear regression. As such, random forest is the preferred model assuming </a:t>
            </a:r>
            <a:r>
              <a:rPr lang="en" sz="1600">
                <a:solidFill>
                  <a:schemeClr val="dk1"/>
                </a:solidFill>
                <a:latin typeface="Manrope"/>
                <a:ea typeface="Manrope"/>
                <a:cs typeface="Manrope"/>
                <a:sym typeface="Manrope"/>
              </a:rPr>
              <a:t>adequate computational power, which would be expected for city planners.</a:t>
            </a:r>
            <a:endParaRPr sz="1600">
              <a:solidFill>
                <a:schemeClr val="dk1"/>
              </a:solidFill>
              <a:latin typeface="Manrope"/>
              <a:ea typeface="Manrope"/>
              <a:cs typeface="Manrope"/>
              <a:sym typeface="Manrop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7"/>
          <p:cNvSpPr txBox="1"/>
          <p:nvPr>
            <p:ph type="title"/>
          </p:nvPr>
        </p:nvSpPr>
        <p:spPr>
          <a:xfrm>
            <a:off x="1510475" y="1519000"/>
            <a:ext cx="6496200" cy="253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600"/>
              <a:t>Predictive </a:t>
            </a:r>
            <a:r>
              <a:rPr b="1" lang="en" sz="3600"/>
              <a:t>Problem 2</a:t>
            </a:r>
            <a:r>
              <a:rPr lang="en" sz="3600"/>
              <a:t>: </a:t>
            </a:r>
            <a:endParaRPr sz="3600"/>
          </a:p>
          <a:p>
            <a:pPr indent="0" lvl="0" marL="0" rtl="0" algn="ctr">
              <a:spcBef>
                <a:spcPts val="0"/>
              </a:spcBef>
              <a:spcAft>
                <a:spcPts val="0"/>
              </a:spcAft>
              <a:buNone/>
            </a:pPr>
            <a:r>
              <a:t/>
            </a:r>
            <a:endParaRPr sz="3600"/>
          </a:p>
          <a:p>
            <a:pPr indent="0" lvl="0" marL="0" rtl="0" algn="ctr">
              <a:spcBef>
                <a:spcPts val="0"/>
              </a:spcBef>
              <a:spcAft>
                <a:spcPts val="0"/>
              </a:spcAft>
              <a:buNone/>
            </a:pPr>
            <a:r>
              <a:rPr lang="en" sz="3600"/>
              <a:t>Predicting</a:t>
            </a:r>
            <a:r>
              <a:rPr lang="en" sz="3600"/>
              <a:t> average speed of vehicles with precipitation type (rain vs. snow)</a:t>
            </a:r>
            <a:r>
              <a:rPr lang="en" sz="3600"/>
              <a:t> and </a:t>
            </a:r>
            <a:r>
              <a:rPr lang="en" sz="3600"/>
              <a:t>temperature.</a:t>
            </a:r>
            <a:endParaRPr sz="3600"/>
          </a:p>
          <a:p>
            <a:pPr indent="0" lvl="0" marL="0" rtl="0" algn="ctr">
              <a:spcBef>
                <a:spcPts val="0"/>
              </a:spcBef>
              <a:spcAft>
                <a:spcPts val="0"/>
              </a:spcAft>
              <a:buNone/>
            </a:pPr>
            <a:r>
              <a:t/>
            </a:r>
            <a:endParaRPr/>
          </a:p>
          <a:p>
            <a:pPr indent="0" lvl="0" marL="0" rtl="0" algn="ctr">
              <a:spcBef>
                <a:spcPts val="0"/>
              </a:spcBef>
              <a:spcAft>
                <a:spcPts val="0"/>
              </a:spcAft>
              <a:buNone/>
            </a:pPr>
            <a:r>
              <a:t/>
            </a:r>
            <a:endParaRPr sz="3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8"/>
          <p:cNvSpPr txBox="1"/>
          <p:nvPr>
            <p:ph type="title"/>
          </p:nvPr>
        </p:nvSpPr>
        <p:spPr>
          <a:xfrm>
            <a:off x="720600" y="102050"/>
            <a:ext cx="77028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Problem Setup</a:t>
            </a:r>
            <a:endParaRPr/>
          </a:p>
        </p:txBody>
      </p:sp>
      <p:sp>
        <p:nvSpPr>
          <p:cNvPr id="642" name="Google Shape;642;p68"/>
          <p:cNvSpPr txBox="1"/>
          <p:nvPr>
            <p:ph idx="1" type="body"/>
          </p:nvPr>
        </p:nvSpPr>
        <p:spPr>
          <a:xfrm>
            <a:off x="325800" y="697250"/>
            <a:ext cx="8569200" cy="413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Input Variables</a:t>
            </a:r>
            <a:r>
              <a:rPr lang="en" sz="1800"/>
              <a:t>: Average Precipitation (in), Average Snow (in), Average Temperature (ºF)</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Other Feature Variables: Volume, Month, Day, Year, Day of the Week</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i="1" lang="en" sz="1800"/>
              <a:t>Decided to drop non-transformed categorical variables (i.e. record ID) because it would not be applicable in this problem.</a:t>
            </a:r>
            <a:endParaRPr i="1" sz="1800"/>
          </a:p>
          <a:p>
            <a:pPr indent="0" lvl="0" marL="0" rtl="0" algn="l">
              <a:spcBef>
                <a:spcPts val="0"/>
              </a:spcBef>
              <a:spcAft>
                <a:spcPts val="0"/>
              </a:spcAft>
              <a:buNone/>
            </a:pPr>
            <a:r>
              <a:t/>
            </a:r>
            <a:endParaRPr i="1" sz="1800"/>
          </a:p>
          <a:p>
            <a:pPr indent="0" lvl="0" marL="0" rtl="0" algn="l">
              <a:spcBef>
                <a:spcPts val="0"/>
              </a:spcBef>
              <a:spcAft>
                <a:spcPts val="0"/>
              </a:spcAft>
              <a:buNone/>
            </a:pPr>
            <a:r>
              <a:rPr b="1" lang="en" sz="1800"/>
              <a:t>Target Variable</a:t>
            </a:r>
            <a:r>
              <a:rPr lang="en" sz="1800"/>
              <a:t>: Average Speed (mph)</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 sz="1800"/>
              <a:t>Justification of Feature Set</a:t>
            </a:r>
            <a:r>
              <a:rPr lang="en" sz="1800"/>
              <a:t>: We want to use as many variables as possible to adjust for other factors influencing traffic speed, allowing the model to improve predictions. Weather features such as historical  average precipitation, snow, and temperature on a given day are available, so their use does not introduce data leakage or bias in a real-world predictive task.</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9"/>
          <p:cNvSpPr txBox="1"/>
          <p:nvPr>
            <p:ph type="title"/>
          </p:nvPr>
        </p:nvSpPr>
        <p:spPr>
          <a:xfrm>
            <a:off x="720000" y="437700"/>
            <a:ext cx="77028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Choice of Model Class and Justification</a:t>
            </a:r>
            <a:endParaRPr/>
          </a:p>
        </p:txBody>
      </p:sp>
      <p:sp>
        <p:nvSpPr>
          <p:cNvPr id="648" name="Google Shape;648;p69"/>
          <p:cNvSpPr txBox="1"/>
          <p:nvPr>
            <p:ph idx="1" type="body"/>
          </p:nvPr>
        </p:nvSpPr>
        <p:spPr>
          <a:xfrm>
            <a:off x="591675" y="1144825"/>
            <a:ext cx="7702800" cy="361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50"/>
              <a:t>Model Class 1</a:t>
            </a:r>
            <a:r>
              <a:rPr lang="en" sz="1650"/>
              <a:t>: Random Forest Regression</a:t>
            </a:r>
            <a:endParaRPr sz="1650"/>
          </a:p>
          <a:p>
            <a:pPr indent="0" lvl="0" marL="0" rtl="0" algn="l">
              <a:spcBef>
                <a:spcPts val="0"/>
              </a:spcBef>
              <a:spcAft>
                <a:spcPts val="0"/>
              </a:spcAft>
              <a:buNone/>
            </a:pPr>
            <a:r>
              <a:t/>
            </a:r>
            <a:endParaRPr sz="1650"/>
          </a:p>
          <a:p>
            <a:pPr indent="0" lvl="0" marL="0" rtl="0" algn="l">
              <a:spcBef>
                <a:spcPts val="0"/>
              </a:spcBef>
              <a:spcAft>
                <a:spcPts val="0"/>
              </a:spcAft>
              <a:buNone/>
            </a:pPr>
            <a:r>
              <a:rPr b="1" lang="en" sz="1650"/>
              <a:t>Model Class 2</a:t>
            </a:r>
            <a:r>
              <a:rPr lang="en" sz="1650"/>
              <a:t>: Gradient Boosting Regression</a:t>
            </a:r>
            <a:endParaRPr sz="1650"/>
          </a:p>
          <a:p>
            <a:pPr indent="0" lvl="0" marL="0" rtl="0" algn="l">
              <a:spcBef>
                <a:spcPts val="0"/>
              </a:spcBef>
              <a:spcAft>
                <a:spcPts val="0"/>
              </a:spcAft>
              <a:buNone/>
            </a:pPr>
            <a:r>
              <a:t/>
            </a:r>
            <a:endParaRPr sz="1650"/>
          </a:p>
          <a:p>
            <a:pPr indent="0" lvl="0" marL="0" rtl="0" algn="l">
              <a:spcBef>
                <a:spcPts val="0"/>
              </a:spcBef>
              <a:spcAft>
                <a:spcPts val="0"/>
              </a:spcAft>
              <a:buNone/>
            </a:pPr>
            <a:r>
              <a:t/>
            </a:r>
            <a:endParaRPr sz="1650"/>
          </a:p>
          <a:p>
            <a:pPr indent="0" lvl="0" marL="0" rtl="0" algn="l">
              <a:spcBef>
                <a:spcPts val="0"/>
              </a:spcBef>
              <a:spcAft>
                <a:spcPts val="0"/>
              </a:spcAft>
              <a:buNone/>
            </a:pPr>
            <a:r>
              <a:rPr b="1" lang="en" sz="1650"/>
              <a:t>Why?</a:t>
            </a:r>
            <a:endParaRPr sz="1650"/>
          </a:p>
          <a:p>
            <a:pPr indent="0" lvl="0" marL="0" rtl="0" algn="l">
              <a:spcBef>
                <a:spcPts val="0"/>
              </a:spcBef>
              <a:spcAft>
                <a:spcPts val="0"/>
              </a:spcAft>
              <a:buNone/>
            </a:pPr>
            <a:r>
              <a:t/>
            </a:r>
            <a:endParaRPr sz="1650"/>
          </a:p>
          <a:p>
            <a:pPr indent="0" lvl="0" marL="0" rtl="0" algn="l">
              <a:spcBef>
                <a:spcPts val="0"/>
              </a:spcBef>
              <a:spcAft>
                <a:spcPts val="0"/>
              </a:spcAft>
              <a:buNone/>
            </a:pPr>
            <a:r>
              <a:rPr b="1" lang="en" sz="1650">
                <a:solidFill>
                  <a:srgbClr val="000000"/>
                </a:solidFill>
              </a:rPr>
              <a:t>Random Forest Regression:</a:t>
            </a:r>
            <a:r>
              <a:rPr lang="en" sz="1650">
                <a:solidFill>
                  <a:srgbClr val="000000"/>
                </a:solidFill>
              </a:rPr>
              <a:t> Robust, averages multiple trees to capture nonlinear relationships and interactions.</a:t>
            </a:r>
            <a:br>
              <a:rPr lang="en" sz="1650">
                <a:solidFill>
                  <a:srgbClr val="000000"/>
                </a:solidFill>
              </a:rPr>
            </a:br>
            <a:endParaRPr sz="1650">
              <a:solidFill>
                <a:srgbClr val="000000"/>
              </a:solidFill>
            </a:endParaRPr>
          </a:p>
          <a:p>
            <a:pPr indent="0" lvl="0" marL="0" rtl="0" algn="l">
              <a:spcBef>
                <a:spcPts val="0"/>
              </a:spcBef>
              <a:spcAft>
                <a:spcPts val="0"/>
              </a:spcAft>
              <a:buNone/>
            </a:pPr>
            <a:r>
              <a:rPr b="1" lang="en" sz="1650">
                <a:solidFill>
                  <a:srgbClr val="000000"/>
                </a:solidFill>
              </a:rPr>
              <a:t>Gradient Boosting Regression:</a:t>
            </a:r>
            <a:r>
              <a:rPr lang="en" sz="1650">
                <a:solidFill>
                  <a:srgbClr val="000000"/>
                </a:solidFill>
              </a:rPr>
              <a:t> Builds trees sequentially to correct errors, capturing subtle patterns for higher accuracy.</a:t>
            </a:r>
            <a:br>
              <a:rPr lang="en" sz="1650">
                <a:solidFill>
                  <a:srgbClr val="000000"/>
                </a:solidFill>
              </a:rPr>
            </a:br>
            <a:endParaRPr sz="1650">
              <a:solidFill>
                <a:srgbClr val="000000"/>
              </a:solidFill>
            </a:endParaRPr>
          </a:p>
          <a:p>
            <a:pPr indent="0" lvl="0" marL="0" rtl="0" algn="l">
              <a:spcBef>
                <a:spcPts val="0"/>
              </a:spcBef>
              <a:spcAft>
                <a:spcPts val="0"/>
              </a:spcAft>
              <a:buNone/>
            </a:pPr>
            <a:r>
              <a:rPr b="1" lang="en" sz="1650">
                <a:solidFill>
                  <a:srgbClr val="000000"/>
                </a:solidFill>
              </a:rPr>
              <a:t>Reason for using both:</a:t>
            </a:r>
            <a:r>
              <a:rPr lang="en" sz="1650">
                <a:solidFill>
                  <a:srgbClr val="000000"/>
                </a:solidFill>
              </a:rPr>
              <a:t> Allows comparison of parallel vs. sequential learning and ensures reliable predictions.</a:t>
            </a:r>
            <a:endParaRPr sz="1650">
              <a:solidFill>
                <a:srgbClr val="000000"/>
              </a:solidFill>
            </a:endParaRPr>
          </a:p>
          <a:p>
            <a:pPr indent="0" lvl="0" marL="0" rtl="0" algn="l">
              <a:spcBef>
                <a:spcPts val="0"/>
              </a:spcBef>
              <a:spcAft>
                <a:spcPts val="0"/>
              </a:spcAft>
              <a:buNone/>
            </a:pPr>
            <a:r>
              <a:t/>
            </a:r>
            <a:endParaRPr sz="165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70"/>
          <p:cNvSpPr txBox="1"/>
          <p:nvPr>
            <p:ph type="title"/>
          </p:nvPr>
        </p:nvSpPr>
        <p:spPr>
          <a:xfrm>
            <a:off x="720600" y="0"/>
            <a:ext cx="77028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Evaluation and Validation Procedure </a:t>
            </a:r>
            <a:endParaRPr/>
          </a:p>
        </p:txBody>
      </p:sp>
      <p:sp>
        <p:nvSpPr>
          <p:cNvPr id="654" name="Google Shape;654;p70"/>
          <p:cNvSpPr txBox="1"/>
          <p:nvPr>
            <p:ph idx="1" type="body"/>
          </p:nvPr>
        </p:nvSpPr>
        <p:spPr>
          <a:xfrm>
            <a:off x="167850" y="453750"/>
            <a:ext cx="9043200" cy="3610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400">
                <a:solidFill>
                  <a:srgbClr val="000000"/>
                </a:solidFill>
              </a:rPr>
              <a:t>Dataset Split:</a:t>
            </a:r>
            <a:endParaRPr b="1" sz="1400">
              <a:solidFill>
                <a:srgbClr val="000000"/>
              </a:solidFill>
            </a:endParaRPr>
          </a:p>
          <a:p>
            <a:pPr indent="-317500" lvl="0" marL="457200" rtl="0" algn="l">
              <a:lnSpc>
                <a:spcPct val="115000"/>
              </a:lnSpc>
              <a:spcBef>
                <a:spcPts val="1200"/>
              </a:spcBef>
              <a:spcAft>
                <a:spcPts val="0"/>
              </a:spcAft>
              <a:buClr>
                <a:srgbClr val="000000"/>
              </a:buClr>
              <a:buSzPts val="1400"/>
              <a:buFont typeface="Manrope"/>
              <a:buChar char="●"/>
            </a:pPr>
            <a:r>
              <a:rPr lang="en" sz="1400">
                <a:solidFill>
                  <a:srgbClr val="000000"/>
                </a:solidFill>
              </a:rPr>
              <a:t>80% training, 20% testing. Split the samples into the first 80% of the data sorted by dates as training and the remaining 20% of the data sorted by dates as testing</a:t>
            </a:r>
            <a:endParaRPr sz="1400">
              <a:solidFill>
                <a:srgbClr val="000000"/>
              </a:solidFill>
            </a:endParaRPr>
          </a:p>
          <a:p>
            <a:pPr indent="0" lvl="0" marL="0" rtl="0" algn="l">
              <a:lnSpc>
                <a:spcPct val="115000"/>
              </a:lnSpc>
              <a:spcBef>
                <a:spcPts val="1200"/>
              </a:spcBef>
              <a:spcAft>
                <a:spcPts val="0"/>
              </a:spcAft>
              <a:buNone/>
            </a:pPr>
            <a:r>
              <a:rPr b="1" lang="en" sz="1400">
                <a:solidFill>
                  <a:srgbClr val="000000"/>
                </a:solidFill>
              </a:rPr>
              <a:t>Validation Procedure:</a:t>
            </a:r>
            <a:endParaRPr b="1" sz="1400">
              <a:solidFill>
                <a:srgbClr val="000000"/>
              </a:solidFill>
            </a:endParaRPr>
          </a:p>
          <a:p>
            <a:pPr indent="-317500" lvl="0" marL="457200" rtl="0" algn="l">
              <a:lnSpc>
                <a:spcPct val="115000"/>
              </a:lnSpc>
              <a:spcBef>
                <a:spcPts val="1200"/>
              </a:spcBef>
              <a:spcAft>
                <a:spcPts val="0"/>
              </a:spcAft>
              <a:buClr>
                <a:srgbClr val="000000"/>
              </a:buClr>
              <a:buSzPts val="1400"/>
              <a:buFont typeface="Arial"/>
              <a:buChar char="●"/>
            </a:pPr>
            <a:r>
              <a:rPr b="1" lang="en" sz="1400">
                <a:solidFill>
                  <a:srgbClr val="000000"/>
                </a:solidFill>
              </a:rPr>
              <a:t>GridSearchCV:</a:t>
            </a:r>
            <a:r>
              <a:rPr lang="en" sz="1400">
                <a:solidFill>
                  <a:srgbClr val="000000"/>
                </a:solidFill>
              </a:rPr>
              <a:t> 5-fold CV used to systematically tune hyperparameters, ensuring the model generalizes well and selects the best parameter combination. </a:t>
            </a:r>
            <a:endParaRPr sz="1400">
              <a:solidFill>
                <a:srgbClr val="000000"/>
              </a:solidFill>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rPr>
              <a:t>Cross-Validation: </a:t>
            </a:r>
            <a:r>
              <a:rPr lang="en" sz="1400">
                <a:solidFill>
                  <a:srgbClr val="000000"/>
                </a:solidFill>
              </a:rPr>
              <a:t>Splitting the training data into 5 folds allows each subset to serve as a validation set once, providing a robust estimate of model performance and reducing variance from a single split.</a:t>
            </a:r>
            <a:endParaRPr sz="1400">
              <a:solidFill>
                <a:srgbClr val="000000"/>
              </a:solidFill>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rPr>
              <a:t>Train-Test Split:</a:t>
            </a:r>
            <a:r>
              <a:rPr lang="en" sz="1400">
                <a:solidFill>
                  <a:srgbClr val="000000"/>
                </a:solidFill>
              </a:rPr>
              <a:t> Held-out test set evaluates final model performance on unseen data, providing an unbiased estimate of real-world predictive accuracy.</a:t>
            </a:r>
            <a:endParaRPr sz="1400">
              <a:solidFill>
                <a:srgbClr val="000000"/>
              </a:solidFill>
            </a:endParaRPr>
          </a:p>
          <a:p>
            <a:pPr indent="0" lvl="0" marL="0" rtl="0" algn="l">
              <a:lnSpc>
                <a:spcPct val="115000"/>
              </a:lnSpc>
              <a:spcBef>
                <a:spcPts val="1200"/>
              </a:spcBef>
              <a:spcAft>
                <a:spcPts val="0"/>
              </a:spcAft>
              <a:buNone/>
            </a:pPr>
            <a:r>
              <a:rPr b="1" lang="en" sz="1400">
                <a:solidFill>
                  <a:srgbClr val="000000"/>
                </a:solidFill>
              </a:rPr>
              <a:t>Evaluation Metrics:</a:t>
            </a:r>
            <a:endParaRPr b="1" sz="1400">
              <a:solidFill>
                <a:srgbClr val="000000"/>
              </a:solidFill>
            </a:endParaRPr>
          </a:p>
          <a:p>
            <a:pPr indent="-317500" lvl="0" marL="457200" rtl="0" algn="l">
              <a:lnSpc>
                <a:spcPct val="115000"/>
              </a:lnSpc>
              <a:spcBef>
                <a:spcPts val="1200"/>
              </a:spcBef>
              <a:spcAft>
                <a:spcPts val="0"/>
              </a:spcAft>
              <a:buClr>
                <a:srgbClr val="000000"/>
              </a:buClr>
              <a:buSzPts val="1400"/>
              <a:buFont typeface="Arial"/>
              <a:buChar char="●"/>
            </a:pPr>
            <a:r>
              <a:rPr b="1" lang="en" sz="1400">
                <a:solidFill>
                  <a:srgbClr val="000000"/>
                </a:solidFill>
              </a:rPr>
              <a:t>R²:</a:t>
            </a:r>
            <a:r>
              <a:rPr lang="en" sz="1400">
                <a:solidFill>
                  <a:srgbClr val="000000"/>
                </a:solidFill>
              </a:rPr>
              <a:t> Measures the proportion of variance explained by the model.</a:t>
            </a:r>
            <a:endParaRPr sz="1400">
              <a:solidFill>
                <a:srgbClr val="000000"/>
              </a:solidFill>
            </a:endParaRPr>
          </a:p>
          <a:p>
            <a:pPr indent="-317500" lvl="0" marL="457200" rtl="0" algn="l">
              <a:lnSpc>
                <a:spcPct val="115000"/>
              </a:lnSpc>
              <a:spcBef>
                <a:spcPts val="0"/>
              </a:spcBef>
              <a:spcAft>
                <a:spcPts val="0"/>
              </a:spcAft>
              <a:buClr>
                <a:srgbClr val="000000"/>
              </a:buClr>
              <a:buSzPts val="1400"/>
              <a:buFont typeface="Arial"/>
              <a:buChar char="●"/>
            </a:pPr>
            <a:r>
              <a:rPr b="1" lang="en" sz="1400">
                <a:solidFill>
                  <a:srgbClr val="000000"/>
                </a:solidFill>
              </a:rPr>
              <a:t>RMSE:</a:t>
            </a:r>
            <a:r>
              <a:rPr lang="en" sz="1400">
                <a:solidFill>
                  <a:srgbClr val="000000"/>
                </a:solidFill>
              </a:rPr>
              <a:t> Quantifies prediction error in miles per hour.</a:t>
            </a:r>
            <a:endParaRPr sz="1400">
              <a:solidFill>
                <a:srgbClr val="000000"/>
              </a:solidFill>
            </a:endParaRPr>
          </a:p>
          <a:p>
            <a:pPr indent="-317500" lvl="0" marL="457200" rtl="0" algn="l">
              <a:lnSpc>
                <a:spcPct val="115000"/>
              </a:lnSpc>
              <a:spcBef>
                <a:spcPts val="0"/>
              </a:spcBef>
              <a:spcAft>
                <a:spcPts val="0"/>
              </a:spcAft>
              <a:buClr>
                <a:srgbClr val="000000"/>
              </a:buClr>
              <a:buSzPts val="1400"/>
              <a:buFont typeface="Manrope"/>
              <a:buChar char="●"/>
            </a:pPr>
            <a:r>
              <a:rPr lang="en" sz="1400">
                <a:solidFill>
                  <a:srgbClr val="000000"/>
                </a:solidFill>
              </a:rPr>
              <a:t>These metrics together provide a clear and comprehensive assessment of model fit and reliability.</a:t>
            </a:r>
            <a:br>
              <a:rPr lang="en" sz="1400">
                <a:solidFill>
                  <a:srgbClr val="000000"/>
                </a:solidFill>
              </a:rPr>
            </a:br>
            <a:endParaRPr sz="1400">
              <a:solidFill>
                <a:srgbClr val="000000"/>
              </a:solidFill>
            </a:endParaRPr>
          </a:p>
          <a:p>
            <a:pPr indent="0" lvl="0" marL="0" rtl="0" algn="l">
              <a:spcBef>
                <a:spcPts val="1200"/>
              </a:spcBef>
              <a:spcAft>
                <a:spcPts val="0"/>
              </a:spcAft>
              <a:buNone/>
            </a:pPr>
            <a:r>
              <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71"/>
          <p:cNvSpPr txBox="1"/>
          <p:nvPr>
            <p:ph type="title"/>
          </p:nvPr>
        </p:nvSpPr>
        <p:spPr>
          <a:xfrm>
            <a:off x="720000" y="437700"/>
            <a:ext cx="77028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Evaluation and Procedure cont.</a:t>
            </a:r>
            <a:endParaRPr/>
          </a:p>
        </p:txBody>
      </p:sp>
      <p:sp>
        <p:nvSpPr>
          <p:cNvPr id="660" name="Google Shape;660;p71"/>
          <p:cNvSpPr txBox="1"/>
          <p:nvPr>
            <p:ph idx="1" type="body"/>
          </p:nvPr>
        </p:nvSpPr>
        <p:spPr>
          <a:xfrm>
            <a:off x="720000" y="1095450"/>
            <a:ext cx="7702800" cy="3610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800">
                <a:solidFill>
                  <a:srgbClr val="000000"/>
                </a:solidFill>
              </a:rPr>
              <a:t>Justification of Metrics:</a:t>
            </a:r>
            <a:endParaRPr b="1" sz="1800">
              <a:solidFill>
                <a:srgbClr val="000000"/>
              </a:solidFill>
            </a:endParaRPr>
          </a:p>
          <a:p>
            <a:pPr indent="-342900" lvl="0" marL="457200" rtl="0" algn="l">
              <a:lnSpc>
                <a:spcPct val="115000"/>
              </a:lnSpc>
              <a:spcBef>
                <a:spcPts val="1200"/>
              </a:spcBef>
              <a:spcAft>
                <a:spcPts val="0"/>
              </a:spcAft>
              <a:buClr>
                <a:srgbClr val="000000"/>
              </a:buClr>
              <a:buSzPts val="1800"/>
              <a:buFont typeface="Manrope"/>
              <a:buChar char="●"/>
            </a:pPr>
            <a:r>
              <a:rPr lang="en" sz="1800">
                <a:solidFill>
                  <a:srgbClr val="000000"/>
                </a:solidFill>
              </a:rPr>
              <a:t>R² indicates how well the model captures the total variance explained by traffic speed.</a:t>
            </a:r>
            <a:endParaRPr sz="1800">
              <a:solidFill>
                <a:srgbClr val="000000"/>
              </a:solidFill>
            </a:endParaRPr>
          </a:p>
          <a:p>
            <a:pPr indent="-342900" lvl="0" marL="457200" rtl="0" algn="l">
              <a:lnSpc>
                <a:spcPct val="115000"/>
              </a:lnSpc>
              <a:spcBef>
                <a:spcPts val="0"/>
              </a:spcBef>
              <a:spcAft>
                <a:spcPts val="0"/>
              </a:spcAft>
              <a:buClr>
                <a:srgbClr val="000000"/>
              </a:buClr>
              <a:buSzPts val="1800"/>
              <a:buFont typeface="Manrope"/>
              <a:buChar char="●"/>
            </a:pPr>
            <a:r>
              <a:rPr lang="en" sz="1800">
                <a:solidFill>
                  <a:srgbClr val="000000"/>
                </a:solidFill>
              </a:rPr>
              <a:t>RMSE ensures errors are small in practical terms, which is critical for accurate traffic speed predictions. It is also in MPH, which is interpretable</a:t>
            </a:r>
            <a:endParaRPr sz="1800">
              <a:solidFill>
                <a:srgbClr val="000000"/>
              </a:solidFill>
            </a:endParaRPr>
          </a:p>
          <a:p>
            <a:pPr indent="0" lvl="0" marL="0" rtl="0" algn="l">
              <a:spcBef>
                <a:spcPts val="120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72"/>
          <p:cNvSpPr txBox="1"/>
          <p:nvPr>
            <p:ph type="title"/>
          </p:nvPr>
        </p:nvSpPr>
        <p:spPr>
          <a:xfrm>
            <a:off x="336800" y="147950"/>
            <a:ext cx="82137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Choice of Hyperparameters and Loss Function</a:t>
            </a:r>
            <a:endParaRPr/>
          </a:p>
        </p:txBody>
      </p:sp>
      <p:sp>
        <p:nvSpPr>
          <p:cNvPr id="666" name="Google Shape;666;p72"/>
          <p:cNvSpPr txBox="1"/>
          <p:nvPr>
            <p:ph idx="1" type="body"/>
          </p:nvPr>
        </p:nvSpPr>
        <p:spPr>
          <a:xfrm>
            <a:off x="489000" y="766350"/>
            <a:ext cx="8655000" cy="4248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400"/>
              <a:t>Key Hyperparameters Tuned:</a:t>
            </a:r>
            <a:endParaRPr b="1" sz="1400"/>
          </a:p>
          <a:p>
            <a:pPr indent="-317500" lvl="0" marL="457200" rtl="0" algn="l">
              <a:lnSpc>
                <a:spcPct val="115000"/>
              </a:lnSpc>
              <a:spcBef>
                <a:spcPts val="1200"/>
              </a:spcBef>
              <a:spcAft>
                <a:spcPts val="0"/>
              </a:spcAft>
              <a:buClr>
                <a:schemeClr val="dk1"/>
              </a:buClr>
              <a:buSzPts val="1400"/>
              <a:buFont typeface="Manrope"/>
              <a:buChar char="●"/>
            </a:pPr>
            <a:r>
              <a:rPr lang="en" sz="1400"/>
              <a:t>n_estimators, max_depth, learning_rate, min_samples_split, min_samples_leaf</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Search Method:</a:t>
            </a:r>
            <a:r>
              <a:rPr lang="en" sz="1400"/>
              <a:t> GridSearchCV with 5-fold cross-validation</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Stopping Criteria:</a:t>
            </a:r>
            <a:r>
              <a:rPr lang="en" sz="1400"/>
              <a:t> Number of trees (n_estimators) and early stopping, which is based on when validation performance stops improving</a:t>
            </a:r>
            <a:endParaRPr sz="1400"/>
          </a:p>
          <a:p>
            <a:pPr indent="0" lvl="0" marL="0" rtl="0" algn="l">
              <a:lnSpc>
                <a:spcPct val="115000"/>
              </a:lnSpc>
              <a:spcBef>
                <a:spcPts val="1200"/>
              </a:spcBef>
              <a:spcAft>
                <a:spcPts val="0"/>
              </a:spcAft>
              <a:buNone/>
            </a:pPr>
            <a:r>
              <a:rPr b="1" lang="en" sz="1400"/>
              <a:t>Loss Function Justification:</a:t>
            </a:r>
            <a:endParaRPr b="1" sz="1400"/>
          </a:p>
          <a:p>
            <a:pPr indent="-317500" lvl="0" marL="457200" rtl="0" algn="l">
              <a:lnSpc>
                <a:spcPct val="115000"/>
              </a:lnSpc>
              <a:spcBef>
                <a:spcPts val="1200"/>
              </a:spcBef>
              <a:spcAft>
                <a:spcPts val="0"/>
              </a:spcAft>
              <a:buClr>
                <a:schemeClr val="dk1"/>
              </a:buClr>
              <a:buSzPts val="1400"/>
              <a:buFont typeface="Arial"/>
              <a:buChar char="●"/>
            </a:pPr>
            <a:r>
              <a:rPr lang="en" sz="1400"/>
              <a:t>Optimized </a:t>
            </a:r>
            <a:r>
              <a:rPr b="1" lang="en" sz="1400"/>
              <a:t>mean squared error (MSE)</a:t>
            </a:r>
            <a:r>
              <a:rPr lang="en" sz="1400"/>
              <a:t>, suitable for our continuous </a:t>
            </a:r>
            <a:r>
              <a:rPr lang="en" sz="1400"/>
              <a:t>target variable</a:t>
            </a:r>
            <a:r>
              <a:rPr lang="en" sz="1400"/>
              <a:t> (average speed in miles per hour). MSE penalizes larger errors more heavily, encouraging the model to minimize significant mispredictions.</a:t>
            </a:r>
            <a:endParaRPr sz="1400"/>
          </a:p>
          <a:p>
            <a:pPr indent="0" lvl="0" marL="0" rtl="0" algn="l">
              <a:lnSpc>
                <a:spcPct val="115000"/>
              </a:lnSpc>
              <a:spcBef>
                <a:spcPts val="1200"/>
              </a:spcBef>
              <a:spcAft>
                <a:spcPts val="0"/>
              </a:spcAft>
              <a:buNone/>
            </a:pPr>
            <a:r>
              <a:rPr b="1" lang="en" sz="1400"/>
              <a:t>Link Between Surrogate Loss and Decision Metrics:</a:t>
            </a:r>
            <a:endParaRPr b="1" sz="1400"/>
          </a:p>
          <a:p>
            <a:pPr indent="-317500" lvl="0" marL="457200" rtl="0" algn="l">
              <a:lnSpc>
                <a:spcPct val="115000"/>
              </a:lnSpc>
              <a:spcBef>
                <a:spcPts val="1200"/>
              </a:spcBef>
              <a:spcAft>
                <a:spcPts val="0"/>
              </a:spcAft>
              <a:buClr>
                <a:schemeClr val="dk1"/>
              </a:buClr>
              <a:buSzPts val="1400"/>
              <a:buFont typeface="Arial"/>
              <a:buChar char="●"/>
            </a:pPr>
            <a:r>
              <a:rPr lang="en" sz="1400">
                <a:solidFill>
                  <a:srgbClr val="000000"/>
                </a:solidFill>
              </a:rPr>
              <a:t>The model learned by minimizing MSE, but we reported R² and RMSE since they better describe how well predictions match real traffic speeds. RMSE is more of an intuitive measure of prediction accuracy, helping connect the optimization goal to real-world performance.</a:t>
            </a:r>
            <a:endParaRPr sz="1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pic>
        <p:nvPicPr>
          <p:cNvPr id="671" name="Google Shape;671;p73" title="Screenshot 2025-10-22 at 3.45.46 PM.png"/>
          <p:cNvPicPr preferRelativeResize="0"/>
          <p:nvPr/>
        </p:nvPicPr>
        <p:blipFill>
          <a:blip r:embed="rId3">
            <a:alphaModFix/>
          </a:blip>
          <a:stretch>
            <a:fillRect/>
          </a:stretch>
        </p:blipFill>
        <p:spPr>
          <a:xfrm>
            <a:off x="749113" y="152400"/>
            <a:ext cx="7645782" cy="48387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74"/>
          <p:cNvSpPr txBox="1"/>
          <p:nvPr>
            <p:ph type="title"/>
          </p:nvPr>
        </p:nvSpPr>
        <p:spPr>
          <a:xfrm>
            <a:off x="720000" y="210625"/>
            <a:ext cx="77028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Evaluation </a:t>
            </a:r>
            <a:endParaRPr/>
          </a:p>
        </p:txBody>
      </p:sp>
      <p:sp>
        <p:nvSpPr>
          <p:cNvPr id="677" name="Google Shape;677;p74"/>
          <p:cNvSpPr txBox="1"/>
          <p:nvPr>
            <p:ph idx="1" type="body"/>
          </p:nvPr>
        </p:nvSpPr>
        <p:spPr>
          <a:xfrm>
            <a:off x="720000" y="766350"/>
            <a:ext cx="7702800" cy="3610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400"/>
              <a:t>Random Forest Regressor (RFR):</a:t>
            </a:r>
            <a:endParaRPr b="1" sz="1400"/>
          </a:p>
          <a:p>
            <a:pPr indent="-317500" lvl="0" marL="457200" rtl="0" algn="l">
              <a:lnSpc>
                <a:spcPct val="115000"/>
              </a:lnSpc>
              <a:spcBef>
                <a:spcPts val="1200"/>
              </a:spcBef>
              <a:spcAft>
                <a:spcPts val="0"/>
              </a:spcAft>
              <a:buClr>
                <a:schemeClr val="dk1"/>
              </a:buClr>
              <a:buSzPts val="1400"/>
              <a:buFont typeface="Arial"/>
              <a:buChar char="●"/>
            </a:pPr>
            <a:r>
              <a:rPr b="1" lang="en" sz="1400"/>
              <a:t>Best Parameters:</a:t>
            </a:r>
            <a:r>
              <a:rPr lang="en" sz="1400"/>
              <a:t> {'max_depth': None, 'min_samples_leaf': 2, 'min_samples_split': 2, 'n_estimators': 200}</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Best CV (Training): </a:t>
            </a:r>
            <a:r>
              <a:rPr lang="en" sz="1400"/>
              <a:t>R² ≈0.7518 (across 5 folds)</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Test Performance:</a:t>
            </a:r>
            <a:r>
              <a:rPr lang="en" sz="1400"/>
              <a:t> R² ≈ 0.809, RMSE ≈ 0.194</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Interpretation:</a:t>
            </a:r>
            <a:r>
              <a:rPr lang="en" sz="1400"/>
              <a:t> Strong predictive performance; robust to nonlinear relationships and feature interactions.</a:t>
            </a:r>
            <a:endParaRPr sz="1400"/>
          </a:p>
          <a:p>
            <a:pPr indent="0" lvl="0" marL="0" rtl="0" algn="l">
              <a:lnSpc>
                <a:spcPct val="115000"/>
              </a:lnSpc>
              <a:spcBef>
                <a:spcPts val="1200"/>
              </a:spcBef>
              <a:spcAft>
                <a:spcPts val="0"/>
              </a:spcAft>
              <a:buNone/>
            </a:pPr>
            <a:r>
              <a:rPr b="1" lang="en" sz="1400"/>
              <a:t>Gradient Boosting Regressor (GBR):</a:t>
            </a:r>
            <a:endParaRPr b="1" sz="1400"/>
          </a:p>
          <a:p>
            <a:pPr indent="-317500" lvl="0" marL="457200" rtl="0" algn="l">
              <a:lnSpc>
                <a:spcPct val="115000"/>
              </a:lnSpc>
              <a:spcBef>
                <a:spcPts val="1200"/>
              </a:spcBef>
              <a:spcAft>
                <a:spcPts val="0"/>
              </a:spcAft>
              <a:buClr>
                <a:schemeClr val="dk1"/>
              </a:buClr>
              <a:buSzPts val="1400"/>
              <a:buFont typeface="Arial"/>
              <a:buChar char="●"/>
            </a:pPr>
            <a:r>
              <a:rPr b="1" lang="en" sz="1400"/>
              <a:t>Best Parameters:</a:t>
            </a:r>
            <a:r>
              <a:rPr lang="en" sz="1400"/>
              <a:t> {'learning_rate': 0.05, 'max_depth': 7, 'min_samples_leaf': 4, 'min_samples_split': 10, 'n_estimators': 100}</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Best CV (Training): </a:t>
            </a:r>
            <a:r>
              <a:rPr lang="en" sz="1400"/>
              <a:t>R² ≈0.7498 </a:t>
            </a:r>
            <a:r>
              <a:rPr lang="en" sz="1400"/>
              <a:t>(across 5 folds)</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Test Performance:</a:t>
            </a:r>
            <a:r>
              <a:rPr lang="en" sz="1400"/>
              <a:t> R² ≈ 0.813, RMSE ≈ 0.436</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Interpretation:</a:t>
            </a:r>
            <a:r>
              <a:rPr lang="en" sz="1400"/>
              <a:t> Comparable predictive accuracy; sequential boosting captures subtle patterns but has a higher RMSE than RFR.</a:t>
            </a:r>
            <a:br>
              <a:rPr lang="en" sz="1400"/>
            </a:br>
            <a:br>
              <a:rPr lang="en" sz="1400"/>
            </a:br>
            <a:endParaRPr sz="1400"/>
          </a:p>
          <a:p>
            <a:pPr indent="0" lvl="0" marL="0" rtl="0" algn="l">
              <a:spcBef>
                <a:spcPts val="1200"/>
              </a:spcBef>
              <a:spcAft>
                <a:spcPts val="0"/>
              </a:spcAft>
              <a:buNone/>
            </a:pPr>
            <a:r>
              <a:t/>
            </a:r>
            <a:endParaRPr sz="1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pic>
        <p:nvPicPr>
          <p:cNvPr id="682" name="Google Shape;682;p75" title="Screenshot 2025-10-22 at 3.51.23 PM.png"/>
          <p:cNvPicPr preferRelativeResize="0"/>
          <p:nvPr/>
        </p:nvPicPr>
        <p:blipFill rotWithShape="1">
          <a:blip r:embed="rId3">
            <a:alphaModFix/>
          </a:blip>
          <a:srcRect b="48976" l="0" r="0" t="0"/>
          <a:stretch/>
        </p:blipFill>
        <p:spPr>
          <a:xfrm>
            <a:off x="341825" y="591913"/>
            <a:ext cx="8460350" cy="39596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76"/>
          <p:cNvSpPr txBox="1"/>
          <p:nvPr>
            <p:ph type="title"/>
          </p:nvPr>
        </p:nvSpPr>
        <p:spPr>
          <a:xfrm>
            <a:off x="720000" y="240250"/>
            <a:ext cx="7702800" cy="657900"/>
          </a:xfrm>
          <a:prstGeom prst="rect">
            <a:avLst/>
          </a:prstGeom>
        </p:spPr>
        <p:txBody>
          <a:bodyPr anchorCtr="0" anchor="ctr" bIns="91425" lIns="91425" spcFirstLastPara="1" rIns="91425" wrap="square" tIns="91425">
            <a:noAutofit/>
          </a:bodyPr>
          <a:lstStyle/>
          <a:p>
            <a:pPr indent="0" lvl="0" marL="0" rtl="0" algn="ctr">
              <a:lnSpc>
                <a:spcPct val="115000"/>
              </a:lnSpc>
              <a:spcBef>
                <a:spcPts val="1400"/>
              </a:spcBef>
              <a:spcAft>
                <a:spcPts val="0"/>
              </a:spcAft>
              <a:buNone/>
            </a:pPr>
            <a:r>
              <a:t/>
            </a:r>
            <a:endParaRPr b="1">
              <a:latin typeface="Manrope"/>
              <a:ea typeface="Manrope"/>
              <a:cs typeface="Manrope"/>
              <a:sym typeface="Manrope"/>
            </a:endParaRPr>
          </a:p>
          <a:p>
            <a:pPr indent="0" lvl="0" marL="0" rtl="0" algn="ctr">
              <a:lnSpc>
                <a:spcPct val="115000"/>
              </a:lnSpc>
              <a:spcBef>
                <a:spcPts val="1400"/>
              </a:spcBef>
              <a:spcAft>
                <a:spcPts val="0"/>
              </a:spcAft>
              <a:buNone/>
            </a:pPr>
            <a:r>
              <a:rPr lang="en">
                <a:latin typeface="Manrope"/>
                <a:ea typeface="Manrope"/>
                <a:cs typeface="Manrope"/>
                <a:sym typeface="Manrope"/>
              </a:rPr>
              <a:t>Computation / Energy Considerations</a:t>
            </a:r>
            <a:endParaRPr>
              <a:latin typeface="Manrope"/>
              <a:ea typeface="Manrope"/>
              <a:cs typeface="Manrope"/>
              <a:sym typeface="Manrope"/>
            </a:endParaRPr>
          </a:p>
          <a:p>
            <a:pPr indent="0" lvl="0" marL="0" rtl="0" algn="ctr">
              <a:spcBef>
                <a:spcPts val="400"/>
              </a:spcBef>
              <a:spcAft>
                <a:spcPts val="0"/>
              </a:spcAft>
              <a:buNone/>
            </a:pPr>
            <a:r>
              <a:t/>
            </a:r>
            <a:endParaRPr sz="3800"/>
          </a:p>
        </p:txBody>
      </p:sp>
      <p:sp>
        <p:nvSpPr>
          <p:cNvPr id="688" name="Google Shape;688;p76"/>
          <p:cNvSpPr txBox="1"/>
          <p:nvPr>
            <p:ph idx="1" type="body"/>
          </p:nvPr>
        </p:nvSpPr>
        <p:spPr>
          <a:xfrm>
            <a:off x="315925" y="898150"/>
            <a:ext cx="8402400" cy="3610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rgbClr val="000000"/>
              </a:buClr>
              <a:buSzPts val="1300"/>
              <a:buFont typeface="Arial"/>
              <a:buChar char="●"/>
            </a:pPr>
            <a:r>
              <a:rPr b="1" lang="en" sz="1300">
                <a:solidFill>
                  <a:srgbClr val="000000"/>
                </a:solidFill>
              </a:rPr>
              <a:t>Total Model Fits:</a:t>
            </a:r>
            <a:br>
              <a:rPr b="1" lang="en" sz="1300">
                <a:solidFill>
                  <a:srgbClr val="000000"/>
                </a:solidFill>
              </a:rPr>
            </a:br>
            <a:r>
              <a:rPr lang="en" sz="1300">
                <a:solidFill>
                  <a:srgbClr val="000000"/>
                </a:solidFill>
              </a:rPr>
              <a:t>The Gradient Boosting Regressor (GBR) required significantly more compute, involving 1,215 total fits (243 candidates × 5 folds). The Random Forest Regressor (RFR) was substantially more efficient, requiring only 120 total fits (24 candidates × 5 folds).</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Arial"/>
              <a:buChar char="●"/>
            </a:pPr>
            <a:r>
              <a:rPr b="1" lang="en" sz="1300">
                <a:solidFill>
                  <a:srgbClr val="000000"/>
                </a:solidFill>
              </a:rPr>
              <a:t>Training Time per CV Fit:</a:t>
            </a:r>
            <a:br>
              <a:rPr b="1" lang="en" sz="1300">
                <a:solidFill>
                  <a:srgbClr val="000000"/>
                </a:solidFill>
              </a:rPr>
            </a:br>
            <a:r>
              <a:rPr lang="en" sz="1300">
                <a:solidFill>
                  <a:srgbClr val="000000"/>
                </a:solidFill>
              </a:rPr>
              <a:t>Individual training times varied, with each cross-validation fold for the GBR taking approximately 1.7–6.9 seconds, depending on the complexity of the hyperparameters.</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Arial"/>
              <a:buChar char="●"/>
            </a:pPr>
            <a:r>
              <a:rPr b="1" lang="en" sz="1300">
                <a:solidFill>
                  <a:srgbClr val="000000"/>
                </a:solidFill>
              </a:rPr>
              <a:t>Energy Optimization:</a:t>
            </a:r>
            <a:br>
              <a:rPr b="1" lang="en" sz="1300">
                <a:solidFill>
                  <a:srgbClr val="000000"/>
                </a:solidFill>
              </a:rPr>
            </a:br>
            <a:r>
              <a:rPr lang="en" sz="1300">
                <a:solidFill>
                  <a:srgbClr val="000000"/>
                </a:solidFill>
              </a:rPr>
              <a:t>To manage computational resources and limit energy usage, we employed a moderate dataset size and restricted the hyperparameter search space (param_grid). Specifically for GBR, we utilized pruning to get smaller n_estimators and shallower trees to reduce training complexity and energy consumption.</a:t>
            </a: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Arial"/>
              <a:buChar char="●"/>
            </a:pPr>
            <a:r>
              <a:rPr b="1" lang="en" sz="1300">
                <a:solidFill>
                  <a:srgbClr val="000000"/>
                </a:solidFill>
              </a:rPr>
              <a:t>Normalized Cost of Prediction:</a:t>
            </a:r>
            <a:br>
              <a:rPr lang="en" sz="1300">
                <a:solidFill>
                  <a:srgbClr val="000000"/>
                </a:solidFill>
              </a:rPr>
            </a:br>
            <a:r>
              <a:rPr lang="en" sz="1300">
                <a:solidFill>
                  <a:srgbClr val="000000"/>
                </a:solidFill>
              </a:rPr>
              <a:t>Both optimized models are highly efficient post-training. The cost of a single prediction is fast (milliseconds), confirming their suitability for real-time applications such as traffic speed estimation.</a:t>
            </a:r>
            <a:endParaRPr sz="1700"/>
          </a:p>
          <a:p>
            <a:pPr indent="0" lvl="0" marL="0" rtl="0" algn="l">
              <a:spcBef>
                <a:spcPts val="1200"/>
              </a:spcBef>
              <a:spcAft>
                <a:spcPts val="0"/>
              </a:spcAft>
              <a:buNone/>
            </a:pPr>
            <a:r>
              <a:t/>
            </a:r>
            <a:endParaRPr sz="2100"/>
          </a:p>
          <a:p>
            <a:pPr indent="0" lvl="0" marL="0" rtl="0" algn="l">
              <a:spcBef>
                <a:spcPts val="0"/>
              </a:spcBef>
              <a:spcAft>
                <a:spcPts val="0"/>
              </a:spcAft>
              <a:buNone/>
            </a:pPr>
            <a:r>
              <a:t/>
            </a:r>
            <a:endParaRPr sz="155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77"/>
          <p:cNvSpPr txBox="1"/>
          <p:nvPr>
            <p:ph type="title"/>
          </p:nvPr>
        </p:nvSpPr>
        <p:spPr>
          <a:xfrm>
            <a:off x="720000" y="437700"/>
            <a:ext cx="7702800" cy="657900"/>
          </a:xfrm>
          <a:prstGeom prst="rect">
            <a:avLst/>
          </a:prstGeom>
        </p:spPr>
        <p:txBody>
          <a:bodyPr anchorCtr="0" anchor="ctr" bIns="91425" lIns="91425" spcFirstLastPara="1" rIns="91425" wrap="square" tIns="91425">
            <a:noAutofit/>
          </a:bodyPr>
          <a:lstStyle/>
          <a:p>
            <a:pPr indent="0" lvl="0" marL="0" rtl="0" algn="ctr">
              <a:lnSpc>
                <a:spcPct val="115000"/>
              </a:lnSpc>
              <a:spcBef>
                <a:spcPts val="1400"/>
              </a:spcBef>
              <a:spcAft>
                <a:spcPts val="0"/>
              </a:spcAft>
              <a:buNone/>
            </a:pPr>
            <a:r>
              <a:t/>
            </a:r>
            <a:endParaRPr b="1">
              <a:latin typeface="Manrope"/>
              <a:ea typeface="Manrope"/>
              <a:cs typeface="Manrope"/>
              <a:sym typeface="Manrope"/>
            </a:endParaRPr>
          </a:p>
          <a:p>
            <a:pPr indent="0" lvl="0" marL="0" rtl="0" algn="ctr">
              <a:lnSpc>
                <a:spcPct val="115000"/>
              </a:lnSpc>
              <a:spcBef>
                <a:spcPts val="1400"/>
              </a:spcBef>
              <a:spcAft>
                <a:spcPts val="0"/>
              </a:spcAft>
              <a:buNone/>
            </a:pPr>
            <a:r>
              <a:rPr lang="en">
                <a:latin typeface="Manrope"/>
                <a:ea typeface="Manrope"/>
                <a:cs typeface="Manrope"/>
                <a:sym typeface="Manrope"/>
              </a:rPr>
              <a:t>Computation / Energy Considerations</a:t>
            </a:r>
            <a:endParaRPr>
              <a:latin typeface="Manrope"/>
              <a:ea typeface="Manrope"/>
              <a:cs typeface="Manrope"/>
              <a:sym typeface="Manrope"/>
            </a:endParaRPr>
          </a:p>
          <a:p>
            <a:pPr indent="0" lvl="0" marL="0" rtl="0" algn="ctr">
              <a:spcBef>
                <a:spcPts val="400"/>
              </a:spcBef>
              <a:spcAft>
                <a:spcPts val="0"/>
              </a:spcAft>
              <a:buNone/>
            </a:pPr>
            <a:r>
              <a:t/>
            </a:r>
            <a:endParaRPr sz="3800"/>
          </a:p>
          <a:p>
            <a:pPr indent="0" lvl="0" marL="0" rtl="0" algn="ctr">
              <a:spcBef>
                <a:spcPts val="0"/>
              </a:spcBef>
              <a:spcAft>
                <a:spcPts val="0"/>
              </a:spcAft>
              <a:buNone/>
            </a:pPr>
            <a:r>
              <a:t/>
            </a:r>
            <a:endParaRPr/>
          </a:p>
        </p:txBody>
      </p:sp>
      <p:graphicFrame>
        <p:nvGraphicFramePr>
          <p:cNvPr id="694" name="Google Shape;694;p77"/>
          <p:cNvGraphicFramePr/>
          <p:nvPr/>
        </p:nvGraphicFramePr>
        <p:xfrm>
          <a:off x="211625" y="1485000"/>
          <a:ext cx="3000000" cy="3000000"/>
        </p:xfrm>
        <a:graphic>
          <a:graphicData uri="http://schemas.openxmlformats.org/drawingml/2006/table">
            <a:tbl>
              <a:tblPr>
                <a:noFill/>
                <a:tableStyleId>{12736613-F968-42F8-86D5-8A055DFF41DA}</a:tableStyleId>
              </a:tblPr>
              <a:tblGrid>
                <a:gridCol w="2371725"/>
                <a:gridCol w="1238250"/>
                <a:gridCol w="1962150"/>
                <a:gridCol w="1685925"/>
                <a:gridCol w="1714500"/>
              </a:tblGrid>
              <a:tr h="100000">
                <a:tc>
                  <a:txBody>
                    <a:bodyPr/>
                    <a:lstStyle/>
                    <a:p>
                      <a:pPr indent="0" lvl="0" marL="0" rtl="0" algn="ctr">
                        <a:lnSpc>
                          <a:spcPct val="115000"/>
                        </a:lnSpc>
                        <a:spcBef>
                          <a:spcPts val="0"/>
                        </a:spcBef>
                        <a:spcAft>
                          <a:spcPts val="0"/>
                        </a:spcAft>
                        <a:buNone/>
                      </a:pPr>
                      <a:r>
                        <a:rPr b="1" lang="en" sz="1100"/>
                        <a:t>Model</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Total Training Fits</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Avg. Training Time per Fit (s)</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Energy Consumed (kWh)</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CO₂ Emitted (kg CO₂ eq)</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 sz="1100"/>
                        <a:t>Random Forest Regressor (RFR)</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120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1.2</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t>0.031 kWh</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t>0.013 kg CO₂ eq</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 sz="1100"/>
                        <a:t>Gradient Boosting Regressor (GBR)</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1,215</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3.9</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t>0.142 kWh</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t>0.061 kg CO₂ eq</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695" name="Google Shape;695;p77"/>
          <p:cNvSpPr txBox="1"/>
          <p:nvPr/>
        </p:nvSpPr>
        <p:spPr>
          <a:xfrm>
            <a:off x="661450" y="3583675"/>
            <a:ext cx="7581900" cy="7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Manrope"/>
                <a:ea typeface="Manrope"/>
                <a:cs typeface="Manrope"/>
                <a:sym typeface="Manrope"/>
              </a:rPr>
              <a:t>The GBR consumed </a:t>
            </a:r>
            <a:r>
              <a:rPr lang="en" sz="1500">
                <a:latin typeface="Manrope"/>
                <a:ea typeface="Manrope"/>
                <a:cs typeface="Manrope"/>
                <a:sym typeface="Manrope"/>
              </a:rPr>
              <a:t>~</a:t>
            </a:r>
            <a:r>
              <a:rPr lang="en" sz="1500">
                <a:latin typeface="Manrope"/>
                <a:ea typeface="Manrope"/>
                <a:cs typeface="Manrope"/>
                <a:sym typeface="Manrope"/>
              </a:rPr>
              <a:t>4</a:t>
            </a:r>
            <a:r>
              <a:rPr lang="en" sz="1500">
                <a:latin typeface="Manrope"/>
                <a:ea typeface="Manrope"/>
                <a:cs typeface="Manrope"/>
                <a:sym typeface="Manrope"/>
              </a:rPr>
              <a:t>.6</a:t>
            </a:r>
            <a:r>
              <a:rPr lang="en" sz="1500">
                <a:latin typeface="Manrope"/>
                <a:ea typeface="Manrope"/>
                <a:cs typeface="Manrope"/>
                <a:sym typeface="Manrope"/>
              </a:rPr>
              <a:t>× more energy and emitted nearly 5× more CO₂ than the RFR.</a:t>
            </a:r>
            <a:br>
              <a:rPr lang="en" sz="1500">
                <a:latin typeface="Manrope"/>
                <a:ea typeface="Manrope"/>
                <a:cs typeface="Manrope"/>
                <a:sym typeface="Manrope"/>
              </a:rPr>
            </a:br>
            <a:r>
              <a:rPr lang="en" sz="1500">
                <a:latin typeface="Manrope"/>
                <a:ea typeface="Manrope"/>
                <a:cs typeface="Manrope"/>
                <a:sym typeface="Manrope"/>
              </a:rPr>
              <a:t>RFR seems to be the better cost-efficient model.</a:t>
            </a:r>
            <a:endParaRPr sz="1500">
              <a:latin typeface="Manrope"/>
              <a:ea typeface="Manrope"/>
              <a:cs typeface="Manrope"/>
              <a:sym typeface="Manrope"/>
            </a:endParaRPr>
          </a:p>
          <a:p>
            <a:pPr indent="0" lvl="0" marL="0" rtl="0" algn="l">
              <a:spcBef>
                <a:spcPts val="0"/>
              </a:spcBef>
              <a:spcAft>
                <a:spcPts val="0"/>
              </a:spcAft>
              <a:buNone/>
            </a:pPr>
            <a:r>
              <a:t/>
            </a:r>
            <a:endParaRPr sz="1600">
              <a:solidFill>
                <a:schemeClr val="dk1"/>
              </a:solidFill>
              <a:latin typeface="Manrope"/>
              <a:ea typeface="Manrope"/>
              <a:cs typeface="Manrope"/>
              <a:sym typeface="Manrop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78"/>
          <p:cNvSpPr txBox="1"/>
          <p:nvPr>
            <p:ph type="title"/>
          </p:nvPr>
        </p:nvSpPr>
        <p:spPr>
          <a:xfrm>
            <a:off x="720000" y="437700"/>
            <a:ext cx="7702800" cy="65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Which Model Performed Better?</a:t>
            </a:r>
            <a:endParaRPr/>
          </a:p>
        </p:txBody>
      </p:sp>
      <p:sp>
        <p:nvSpPr>
          <p:cNvPr id="701" name="Google Shape;701;p78"/>
          <p:cNvSpPr txBox="1"/>
          <p:nvPr>
            <p:ph idx="1" type="body"/>
          </p:nvPr>
        </p:nvSpPr>
        <p:spPr>
          <a:xfrm>
            <a:off x="720600" y="1233800"/>
            <a:ext cx="7702800" cy="3610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1B1C1D"/>
              </a:buClr>
              <a:buSzPts val="1400"/>
              <a:buFont typeface="Arial"/>
              <a:buChar char="●"/>
            </a:pPr>
            <a:r>
              <a:rPr lang="en" sz="1400">
                <a:solidFill>
                  <a:srgbClr val="1B1C1D"/>
                </a:solidFill>
              </a:rPr>
              <a:t>Both the Gradient Boosting Regressor and the Random Forest Regressor had a similar R²</a:t>
            </a:r>
            <a:r>
              <a:rPr lang="en" sz="1400"/>
              <a:t>≈ 0.81</a:t>
            </a:r>
            <a:r>
              <a:rPr lang="en" sz="1400">
                <a:solidFill>
                  <a:srgbClr val="1B1C1D"/>
                </a:solidFill>
              </a:rPr>
              <a:t>.</a:t>
            </a:r>
            <a:endParaRPr sz="1400">
              <a:solidFill>
                <a:srgbClr val="1B1C1D"/>
              </a:solidFill>
            </a:endParaRPr>
          </a:p>
          <a:p>
            <a:pPr indent="-317500" lvl="0" marL="457200" rtl="0" algn="l">
              <a:lnSpc>
                <a:spcPct val="115000"/>
              </a:lnSpc>
              <a:spcBef>
                <a:spcPts val="0"/>
              </a:spcBef>
              <a:spcAft>
                <a:spcPts val="0"/>
              </a:spcAft>
              <a:buClr>
                <a:srgbClr val="1B1C1D"/>
              </a:buClr>
              <a:buSzPts val="1400"/>
              <a:buFont typeface="Manrope"/>
              <a:buChar char="●"/>
            </a:pPr>
            <a:r>
              <a:rPr lang="en" sz="1400">
                <a:solidFill>
                  <a:srgbClr val="1B1C1D"/>
                </a:solidFill>
              </a:rPr>
              <a:t>The RFR has a lower RMSE, suggesting marginally more precise predictions. </a:t>
            </a:r>
            <a:endParaRPr sz="1400">
              <a:solidFill>
                <a:srgbClr val="1B1C1D"/>
              </a:solidFill>
            </a:endParaRPr>
          </a:p>
          <a:p>
            <a:pPr indent="-317500" lvl="0" marL="457200" rtl="0" algn="l">
              <a:lnSpc>
                <a:spcPct val="115000"/>
              </a:lnSpc>
              <a:spcBef>
                <a:spcPts val="0"/>
              </a:spcBef>
              <a:spcAft>
                <a:spcPts val="0"/>
              </a:spcAft>
              <a:buClr>
                <a:srgbClr val="1B1C1D"/>
              </a:buClr>
              <a:buSzPts val="1400"/>
              <a:buFont typeface="Manrope"/>
              <a:buChar char="●"/>
            </a:pPr>
            <a:r>
              <a:rPr lang="en" sz="1400">
                <a:solidFill>
                  <a:srgbClr val="1B1C1D"/>
                </a:solidFill>
              </a:rPr>
              <a:t>GBR may however offer greater insight into complex non-linear feature interactions through its feature importance scores.</a:t>
            </a:r>
            <a:endParaRPr sz="1400">
              <a:solidFill>
                <a:srgbClr val="1B1C1D"/>
              </a:solidFill>
            </a:endParaRPr>
          </a:p>
          <a:p>
            <a:pPr indent="-317500" lvl="0" marL="457200" rtl="0" algn="l">
              <a:lnSpc>
                <a:spcPct val="115000"/>
              </a:lnSpc>
              <a:spcBef>
                <a:spcPts val="0"/>
              </a:spcBef>
              <a:spcAft>
                <a:spcPts val="0"/>
              </a:spcAft>
              <a:buClr>
                <a:srgbClr val="1B1C1D"/>
              </a:buClr>
              <a:buSzPts val="1400"/>
              <a:buFont typeface="Manrope"/>
              <a:buChar char="●"/>
            </a:pPr>
            <a:r>
              <a:rPr lang="en" sz="1400">
                <a:solidFill>
                  <a:srgbClr val="1B1C1D"/>
                </a:solidFill>
              </a:rPr>
              <a:t>RFR had a faster performance because of fewer candidates per fit.</a:t>
            </a:r>
            <a:endParaRPr sz="1400">
              <a:solidFill>
                <a:srgbClr val="1B1C1D"/>
              </a:solidFill>
            </a:endParaRPr>
          </a:p>
          <a:p>
            <a:pPr indent="0" lvl="0" marL="0" rtl="0" algn="l">
              <a:lnSpc>
                <a:spcPct val="115000"/>
              </a:lnSpc>
              <a:spcBef>
                <a:spcPts val="1800"/>
              </a:spcBef>
              <a:spcAft>
                <a:spcPts val="0"/>
              </a:spcAft>
              <a:buNone/>
            </a:pPr>
            <a:r>
              <a:t/>
            </a:r>
            <a:endParaRPr sz="1400">
              <a:solidFill>
                <a:srgbClr val="1B1C1D"/>
              </a:solidFill>
            </a:endParaRPr>
          </a:p>
          <a:p>
            <a:pPr indent="0" lvl="0" marL="0" rtl="0" algn="l">
              <a:lnSpc>
                <a:spcPct val="115000"/>
              </a:lnSpc>
              <a:spcBef>
                <a:spcPts val="1800"/>
              </a:spcBef>
              <a:spcAft>
                <a:spcPts val="1800"/>
              </a:spcAft>
              <a:buNone/>
            </a:pPr>
            <a:r>
              <a:rPr b="1" lang="en" sz="1400">
                <a:solidFill>
                  <a:srgbClr val="1B1C1D"/>
                </a:solidFill>
              </a:rPr>
              <a:t>Final Choice:</a:t>
            </a:r>
            <a:r>
              <a:rPr lang="en" sz="1400">
                <a:solidFill>
                  <a:srgbClr val="1B1C1D"/>
                </a:solidFill>
              </a:rPr>
              <a:t> The Random Forest Regressor is the preferred model because of its lower RMSE,  faster training time, and lower sensitivity to hyperparameter tuning than GBR. </a:t>
            </a:r>
            <a:r>
              <a:rPr lang="en" sz="1400">
                <a:solidFill>
                  <a:srgbClr val="000000"/>
                </a:solidFill>
              </a:rPr>
              <a:t>It not only explains 81% of the speed changes, but it does so with an average prediction error of less than 0.2 mph, making it both highly reliable and significantly more sustainable for a real-time traffic system.</a:t>
            </a:r>
            <a:endParaRPr sz="1400">
              <a:solidFill>
                <a:srgbClr val="1B1C1D"/>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79"/>
          <p:cNvSpPr txBox="1"/>
          <p:nvPr>
            <p:ph type="title"/>
          </p:nvPr>
        </p:nvSpPr>
        <p:spPr>
          <a:xfrm>
            <a:off x="1510475" y="1519000"/>
            <a:ext cx="6496200" cy="253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t>Thank You! </a:t>
            </a:r>
            <a:endParaRPr sz="4800"/>
          </a:p>
          <a:p>
            <a:pPr indent="0" lvl="0" marL="0" rtl="0" algn="ctr">
              <a:spcBef>
                <a:spcPts val="0"/>
              </a:spcBef>
              <a:spcAft>
                <a:spcPts val="0"/>
              </a:spcAft>
              <a:buNone/>
            </a:pPr>
            <a:r>
              <a:rPr lang="en" sz="4800"/>
              <a:t>Any Questions?</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Korean Aesthetic Pitch Deck by Slidesgo">
  <a:themeElements>
    <a:clrScheme name="Simple Light">
      <a:dk1>
        <a:srgbClr val="1E1E1E"/>
      </a:dk1>
      <a:lt1>
        <a:srgbClr val="664B34"/>
      </a:lt1>
      <a:dk2>
        <a:srgbClr val="887C62"/>
      </a:dk2>
      <a:lt2>
        <a:srgbClr val="D4CBBB"/>
      </a:lt2>
      <a:accent1>
        <a:srgbClr val="E7E2D6"/>
      </a:accent1>
      <a:accent2>
        <a:srgbClr val="F3F3F3"/>
      </a:accent2>
      <a:accent3>
        <a:srgbClr val="E2B0A6"/>
      </a:accent3>
      <a:accent4>
        <a:srgbClr val="FFFFFF"/>
      </a:accent4>
      <a:accent5>
        <a:srgbClr val="FFFFFF"/>
      </a:accent5>
      <a:accent6>
        <a:srgbClr val="FFFFFF"/>
      </a:accent6>
      <a:hlink>
        <a:srgbClr val="1E1E1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